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6" r:id="rId8"/>
    <p:sldId id="267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CBF753-9823-86D3-D443-A898DC1DDB71}" v="66" dt="2025-12-07T22:07:43.847"/>
    <p1510:client id="{4B9F329A-7F56-0E24-DEBB-D0671DCDB72D}" v="635" dt="2025-12-07T22:36:50.312"/>
    <p1510:client id="{81617D61-FAAD-CBF9-922B-1422809EED4A}" v="121" dt="2025-12-07T22:47:23.898"/>
    <p1510:client id="{A6F6E530-3CC7-8154-9779-EF2B6DE1C8E3}" v="50" dt="2025-12-08T09:06:17.399"/>
    <p1510:client id="{CC527659-129F-DC78-4C1F-C71CCF837289}" v="24" dt="2025-12-09T03:52:29.554"/>
    <p1510:client id="{E0AA1F61-83FE-A825-DD50-DEE48CE20383}" v="59" dt="2025-12-09T04:05:27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CAF746-1B4E-4AB2-A423-60EA99D394A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B675C56-0423-4093-A075-390E9E25061C}">
      <dgm:prSet/>
      <dgm:spPr/>
      <dgm:t>
        <a:bodyPr/>
        <a:lstStyle/>
        <a:p>
          <a:r>
            <a:rPr lang="en-US"/>
            <a:t>Player controller finished early</a:t>
          </a:r>
        </a:p>
      </dgm:t>
    </dgm:pt>
    <dgm:pt modelId="{1AC4D313-940C-4E7C-9CA1-270879402B25}" type="parTrans" cxnId="{FFDB91FA-C13E-4B32-8391-2C6B4F8CF5C2}">
      <dgm:prSet/>
      <dgm:spPr/>
      <dgm:t>
        <a:bodyPr/>
        <a:lstStyle/>
        <a:p>
          <a:endParaRPr lang="en-US"/>
        </a:p>
      </dgm:t>
    </dgm:pt>
    <dgm:pt modelId="{C47E24B7-ABDA-4B0B-A69C-2BEB254B53F6}" type="sibTrans" cxnId="{FFDB91FA-C13E-4B32-8391-2C6B4F8CF5C2}">
      <dgm:prSet/>
      <dgm:spPr/>
      <dgm:t>
        <a:bodyPr/>
        <a:lstStyle/>
        <a:p>
          <a:endParaRPr lang="en-US"/>
        </a:p>
      </dgm:t>
    </dgm:pt>
    <dgm:pt modelId="{25A61126-F2C7-4417-8136-B9471123BCA6}">
      <dgm:prSet/>
      <dgm:spPr/>
      <dgm:t>
        <a:bodyPr/>
        <a:lstStyle/>
        <a:p>
          <a:r>
            <a:rPr lang="en-US"/>
            <a:t>Team learned Unity very quickly</a:t>
          </a:r>
        </a:p>
      </dgm:t>
    </dgm:pt>
    <dgm:pt modelId="{9C6DBBFB-B5F4-4636-8FEE-DD991DA0299A}" type="parTrans" cxnId="{C48C0F25-6586-4363-8B67-133E50FB27BA}">
      <dgm:prSet/>
      <dgm:spPr/>
      <dgm:t>
        <a:bodyPr/>
        <a:lstStyle/>
        <a:p>
          <a:endParaRPr lang="en-US"/>
        </a:p>
      </dgm:t>
    </dgm:pt>
    <dgm:pt modelId="{3E8A2C12-836F-4160-BE13-05CB37404BBA}" type="sibTrans" cxnId="{C48C0F25-6586-4363-8B67-133E50FB27BA}">
      <dgm:prSet/>
      <dgm:spPr/>
      <dgm:t>
        <a:bodyPr/>
        <a:lstStyle/>
        <a:p>
          <a:endParaRPr lang="en-US"/>
        </a:p>
      </dgm:t>
    </dgm:pt>
    <dgm:pt modelId="{EDE88BE0-F6F1-4DED-BD54-04B0C8F6F20E}">
      <dgm:prSet/>
      <dgm:spPr/>
      <dgm:t>
        <a:bodyPr/>
        <a:lstStyle/>
        <a:p>
          <a:r>
            <a:rPr lang="en-US"/>
            <a:t>Good division of responsibilities</a:t>
          </a:r>
        </a:p>
      </dgm:t>
    </dgm:pt>
    <dgm:pt modelId="{F69B8858-52A6-452C-B8E4-FB41A06A7C3A}" type="parTrans" cxnId="{C93956B5-A789-4590-9C6B-1DB1F338104D}">
      <dgm:prSet/>
      <dgm:spPr/>
      <dgm:t>
        <a:bodyPr/>
        <a:lstStyle/>
        <a:p>
          <a:endParaRPr lang="en-US"/>
        </a:p>
      </dgm:t>
    </dgm:pt>
    <dgm:pt modelId="{53BA3B42-C693-4B04-B00B-9B208D8894A4}" type="sibTrans" cxnId="{C93956B5-A789-4590-9C6B-1DB1F338104D}">
      <dgm:prSet/>
      <dgm:spPr/>
      <dgm:t>
        <a:bodyPr/>
        <a:lstStyle/>
        <a:p>
          <a:endParaRPr lang="en-US"/>
        </a:p>
      </dgm:t>
    </dgm:pt>
    <dgm:pt modelId="{E65689BD-2C18-493C-8529-FDC76C7BA945}">
      <dgm:prSet/>
      <dgm:spPr/>
      <dgm:t>
        <a:bodyPr/>
        <a:lstStyle/>
        <a:p>
          <a:r>
            <a:rPr lang="en-US"/>
            <a:t>Architecture made sense and reduced confusion</a:t>
          </a:r>
        </a:p>
      </dgm:t>
    </dgm:pt>
    <dgm:pt modelId="{2C6C025B-B0EF-45AF-B8FF-F00FA8C956EB}" type="parTrans" cxnId="{55BB2E3F-CD4F-4CC5-933D-4AA67A69E3D9}">
      <dgm:prSet/>
      <dgm:spPr/>
      <dgm:t>
        <a:bodyPr/>
        <a:lstStyle/>
        <a:p>
          <a:endParaRPr lang="en-US"/>
        </a:p>
      </dgm:t>
    </dgm:pt>
    <dgm:pt modelId="{F311D244-16BC-4E2A-9FE8-0A0FF5EDEA95}" type="sibTrans" cxnId="{55BB2E3F-CD4F-4CC5-933D-4AA67A69E3D9}">
      <dgm:prSet/>
      <dgm:spPr/>
      <dgm:t>
        <a:bodyPr/>
        <a:lstStyle/>
        <a:p>
          <a:endParaRPr lang="en-US"/>
        </a:p>
      </dgm:t>
    </dgm:pt>
    <dgm:pt modelId="{467C22F7-6630-41FB-B187-0A5B89FD1C40}">
      <dgm:prSet/>
      <dgm:spPr/>
      <dgm:t>
        <a:bodyPr/>
        <a:lstStyle/>
        <a:p>
          <a:r>
            <a:rPr lang="en-US"/>
            <a:t>following the  Coding Standards</a:t>
          </a:r>
        </a:p>
      </dgm:t>
    </dgm:pt>
    <dgm:pt modelId="{49BCF26B-8635-4598-90EB-8124462BF1EC}" type="parTrans" cxnId="{F10DE500-0329-4058-A661-9624130EC0A4}">
      <dgm:prSet/>
      <dgm:spPr/>
      <dgm:t>
        <a:bodyPr/>
        <a:lstStyle/>
        <a:p>
          <a:endParaRPr lang="en-US"/>
        </a:p>
      </dgm:t>
    </dgm:pt>
    <dgm:pt modelId="{9288F7C5-5FFA-47C4-8FC4-C9FE67347DB8}" type="sibTrans" cxnId="{F10DE500-0329-4058-A661-9624130EC0A4}">
      <dgm:prSet/>
      <dgm:spPr/>
      <dgm:t>
        <a:bodyPr/>
        <a:lstStyle/>
        <a:p>
          <a:endParaRPr lang="en-US"/>
        </a:p>
      </dgm:t>
    </dgm:pt>
    <dgm:pt modelId="{DA3648ED-6F29-481B-8809-AA65C9C811DB}" type="pres">
      <dgm:prSet presAssocID="{2DCAF746-1B4E-4AB2-A423-60EA99D394AE}" presName="root" presStyleCnt="0">
        <dgm:presLayoutVars>
          <dgm:dir/>
          <dgm:resizeHandles val="exact"/>
        </dgm:presLayoutVars>
      </dgm:prSet>
      <dgm:spPr/>
    </dgm:pt>
    <dgm:pt modelId="{256A1F2F-F8BB-4D4A-BD14-77BC363D7B9A}" type="pres">
      <dgm:prSet presAssocID="{2DCAF746-1B4E-4AB2-A423-60EA99D394AE}" presName="container" presStyleCnt="0">
        <dgm:presLayoutVars>
          <dgm:dir/>
          <dgm:resizeHandles val="exact"/>
        </dgm:presLayoutVars>
      </dgm:prSet>
      <dgm:spPr/>
    </dgm:pt>
    <dgm:pt modelId="{91514A49-402B-496B-91AE-9E111227C5E8}" type="pres">
      <dgm:prSet presAssocID="{CB675C56-0423-4093-A075-390E9E25061C}" presName="compNode" presStyleCnt="0"/>
      <dgm:spPr/>
    </dgm:pt>
    <dgm:pt modelId="{A929E336-6619-4372-92AC-E5D974BC5466}" type="pres">
      <dgm:prSet presAssocID="{CB675C56-0423-4093-A075-390E9E25061C}" presName="iconBgRect" presStyleLbl="bgShp" presStyleIdx="0" presStyleCnt="5"/>
      <dgm:spPr/>
    </dgm:pt>
    <dgm:pt modelId="{0277A652-8DBB-4F9D-9C9A-7720DA27E3FF}" type="pres">
      <dgm:prSet presAssocID="{CB675C56-0423-4093-A075-390E9E25061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B4564B3B-6800-4D63-A101-4D32F6FF10DD}" type="pres">
      <dgm:prSet presAssocID="{CB675C56-0423-4093-A075-390E9E25061C}" presName="spaceRect" presStyleCnt="0"/>
      <dgm:spPr/>
    </dgm:pt>
    <dgm:pt modelId="{106CE885-77D7-4AAC-B667-65EB2D4FD190}" type="pres">
      <dgm:prSet presAssocID="{CB675C56-0423-4093-A075-390E9E25061C}" presName="textRect" presStyleLbl="revTx" presStyleIdx="0" presStyleCnt="5">
        <dgm:presLayoutVars>
          <dgm:chMax val="1"/>
          <dgm:chPref val="1"/>
        </dgm:presLayoutVars>
      </dgm:prSet>
      <dgm:spPr/>
    </dgm:pt>
    <dgm:pt modelId="{41BB27DC-4AAA-4FCB-B3B4-D58C4C0554EF}" type="pres">
      <dgm:prSet presAssocID="{C47E24B7-ABDA-4B0B-A69C-2BEB254B53F6}" presName="sibTrans" presStyleLbl="sibTrans2D1" presStyleIdx="0" presStyleCnt="0"/>
      <dgm:spPr/>
    </dgm:pt>
    <dgm:pt modelId="{169F955D-0305-4F55-9159-F5E94D72F9C2}" type="pres">
      <dgm:prSet presAssocID="{25A61126-F2C7-4417-8136-B9471123BCA6}" presName="compNode" presStyleCnt="0"/>
      <dgm:spPr/>
    </dgm:pt>
    <dgm:pt modelId="{B3D2F7B6-929C-4F33-A7A7-E5C163AC2234}" type="pres">
      <dgm:prSet presAssocID="{25A61126-F2C7-4417-8136-B9471123BCA6}" presName="iconBgRect" presStyleLbl="bgShp" presStyleIdx="1" presStyleCnt="5"/>
      <dgm:spPr/>
    </dgm:pt>
    <dgm:pt modelId="{1B51824B-F32B-49D7-BF87-906CBF7A3411}" type="pres">
      <dgm:prSet presAssocID="{25A61126-F2C7-4417-8136-B9471123BCA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BF8346A-94F1-4909-BE1E-B649A0D86157}" type="pres">
      <dgm:prSet presAssocID="{25A61126-F2C7-4417-8136-B9471123BCA6}" presName="spaceRect" presStyleCnt="0"/>
      <dgm:spPr/>
    </dgm:pt>
    <dgm:pt modelId="{F2A3CA23-D812-4B5C-8F57-481187E0C82E}" type="pres">
      <dgm:prSet presAssocID="{25A61126-F2C7-4417-8136-B9471123BCA6}" presName="textRect" presStyleLbl="revTx" presStyleIdx="1" presStyleCnt="5">
        <dgm:presLayoutVars>
          <dgm:chMax val="1"/>
          <dgm:chPref val="1"/>
        </dgm:presLayoutVars>
      </dgm:prSet>
      <dgm:spPr/>
    </dgm:pt>
    <dgm:pt modelId="{068A8337-80A0-4179-90EA-D4F043B4CDDE}" type="pres">
      <dgm:prSet presAssocID="{3E8A2C12-836F-4160-BE13-05CB37404BBA}" presName="sibTrans" presStyleLbl="sibTrans2D1" presStyleIdx="0" presStyleCnt="0"/>
      <dgm:spPr/>
    </dgm:pt>
    <dgm:pt modelId="{BBF93499-F4B4-457D-BB03-8EB191C4114F}" type="pres">
      <dgm:prSet presAssocID="{EDE88BE0-F6F1-4DED-BD54-04B0C8F6F20E}" presName="compNode" presStyleCnt="0"/>
      <dgm:spPr/>
    </dgm:pt>
    <dgm:pt modelId="{55D70E92-8A8D-4914-9AA0-2F50994AD680}" type="pres">
      <dgm:prSet presAssocID="{EDE88BE0-F6F1-4DED-BD54-04B0C8F6F20E}" presName="iconBgRect" presStyleLbl="bgShp" presStyleIdx="2" presStyleCnt="5"/>
      <dgm:spPr/>
    </dgm:pt>
    <dgm:pt modelId="{9ED3AB49-B917-4F26-AE9B-8C226426C6AD}" type="pres">
      <dgm:prSet presAssocID="{EDE88BE0-F6F1-4DED-BD54-04B0C8F6F20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36A3E60-9B01-4529-B46A-664E174C2492}" type="pres">
      <dgm:prSet presAssocID="{EDE88BE0-F6F1-4DED-BD54-04B0C8F6F20E}" presName="spaceRect" presStyleCnt="0"/>
      <dgm:spPr/>
    </dgm:pt>
    <dgm:pt modelId="{9410E03A-3884-496A-B447-AA3C47259F13}" type="pres">
      <dgm:prSet presAssocID="{EDE88BE0-F6F1-4DED-BD54-04B0C8F6F20E}" presName="textRect" presStyleLbl="revTx" presStyleIdx="2" presStyleCnt="5">
        <dgm:presLayoutVars>
          <dgm:chMax val="1"/>
          <dgm:chPref val="1"/>
        </dgm:presLayoutVars>
      </dgm:prSet>
      <dgm:spPr/>
    </dgm:pt>
    <dgm:pt modelId="{575F4B3C-902F-45A0-90DC-99711939295C}" type="pres">
      <dgm:prSet presAssocID="{53BA3B42-C693-4B04-B00B-9B208D8894A4}" presName="sibTrans" presStyleLbl="sibTrans2D1" presStyleIdx="0" presStyleCnt="0"/>
      <dgm:spPr/>
    </dgm:pt>
    <dgm:pt modelId="{21571A32-B0BC-44ED-96E1-5E7B192E8027}" type="pres">
      <dgm:prSet presAssocID="{E65689BD-2C18-493C-8529-FDC76C7BA945}" presName="compNode" presStyleCnt="0"/>
      <dgm:spPr/>
    </dgm:pt>
    <dgm:pt modelId="{F08712AD-54C0-482B-A7C0-405C58F45796}" type="pres">
      <dgm:prSet presAssocID="{E65689BD-2C18-493C-8529-FDC76C7BA945}" presName="iconBgRect" presStyleLbl="bgShp" presStyleIdx="3" presStyleCnt="5"/>
      <dgm:spPr/>
    </dgm:pt>
    <dgm:pt modelId="{14C02786-9B81-4F2F-AB8C-7281DC5A5AF9}" type="pres">
      <dgm:prSet presAssocID="{E65689BD-2C18-493C-8529-FDC76C7BA94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DC15B3F-AD96-4D67-817B-826AA6BE8E3D}" type="pres">
      <dgm:prSet presAssocID="{E65689BD-2C18-493C-8529-FDC76C7BA945}" presName="spaceRect" presStyleCnt="0"/>
      <dgm:spPr/>
    </dgm:pt>
    <dgm:pt modelId="{4F39C93F-A8CE-42B5-B171-04D0056241C8}" type="pres">
      <dgm:prSet presAssocID="{E65689BD-2C18-493C-8529-FDC76C7BA945}" presName="textRect" presStyleLbl="revTx" presStyleIdx="3" presStyleCnt="5">
        <dgm:presLayoutVars>
          <dgm:chMax val="1"/>
          <dgm:chPref val="1"/>
        </dgm:presLayoutVars>
      </dgm:prSet>
      <dgm:spPr/>
    </dgm:pt>
    <dgm:pt modelId="{48C4B2B1-627B-409E-8A68-105D47E9070C}" type="pres">
      <dgm:prSet presAssocID="{F311D244-16BC-4E2A-9FE8-0A0FF5EDEA95}" presName="sibTrans" presStyleLbl="sibTrans2D1" presStyleIdx="0" presStyleCnt="0"/>
      <dgm:spPr/>
    </dgm:pt>
    <dgm:pt modelId="{9E2B2196-282F-4221-8B93-AAA7C58B684C}" type="pres">
      <dgm:prSet presAssocID="{467C22F7-6630-41FB-B187-0A5B89FD1C40}" presName="compNode" presStyleCnt="0"/>
      <dgm:spPr/>
    </dgm:pt>
    <dgm:pt modelId="{4B9CAFBD-4359-4000-B2ED-C305DA8E6121}" type="pres">
      <dgm:prSet presAssocID="{467C22F7-6630-41FB-B187-0A5B89FD1C40}" presName="iconBgRect" presStyleLbl="bgShp" presStyleIdx="4" presStyleCnt="5"/>
      <dgm:spPr/>
    </dgm:pt>
    <dgm:pt modelId="{CB2DAE52-A4B7-4747-8A23-D2ACA9FE8629}" type="pres">
      <dgm:prSet presAssocID="{467C22F7-6630-41FB-B187-0A5B89FD1C4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2A687BB-1CDF-4E38-AA32-C136E719984A}" type="pres">
      <dgm:prSet presAssocID="{467C22F7-6630-41FB-B187-0A5B89FD1C40}" presName="spaceRect" presStyleCnt="0"/>
      <dgm:spPr/>
    </dgm:pt>
    <dgm:pt modelId="{E1FB2E16-996C-4AB4-B3BD-60CAFAF727EA}" type="pres">
      <dgm:prSet presAssocID="{467C22F7-6630-41FB-B187-0A5B89FD1C4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10DE500-0329-4058-A661-9624130EC0A4}" srcId="{2DCAF746-1B4E-4AB2-A423-60EA99D394AE}" destId="{467C22F7-6630-41FB-B187-0A5B89FD1C40}" srcOrd="4" destOrd="0" parTransId="{49BCF26B-8635-4598-90EB-8124462BF1EC}" sibTransId="{9288F7C5-5FFA-47C4-8FC4-C9FE67347DB8}"/>
    <dgm:cxn modelId="{08AB9F0C-E6AF-43D3-9540-69EBCD81CA94}" type="presOf" srcId="{C47E24B7-ABDA-4B0B-A69C-2BEB254B53F6}" destId="{41BB27DC-4AAA-4FCB-B3B4-D58C4C0554EF}" srcOrd="0" destOrd="0" presId="urn:microsoft.com/office/officeart/2018/2/layout/IconCircleList"/>
    <dgm:cxn modelId="{FBE8480F-A75A-4168-9179-4C5AAD6368F5}" type="presOf" srcId="{2DCAF746-1B4E-4AB2-A423-60EA99D394AE}" destId="{DA3648ED-6F29-481B-8809-AA65C9C811DB}" srcOrd="0" destOrd="0" presId="urn:microsoft.com/office/officeart/2018/2/layout/IconCircleList"/>
    <dgm:cxn modelId="{0E68751F-A9F3-439F-8C8D-6086BC616B2D}" type="presOf" srcId="{53BA3B42-C693-4B04-B00B-9B208D8894A4}" destId="{575F4B3C-902F-45A0-90DC-99711939295C}" srcOrd="0" destOrd="0" presId="urn:microsoft.com/office/officeart/2018/2/layout/IconCircleList"/>
    <dgm:cxn modelId="{C48C0F25-6586-4363-8B67-133E50FB27BA}" srcId="{2DCAF746-1B4E-4AB2-A423-60EA99D394AE}" destId="{25A61126-F2C7-4417-8136-B9471123BCA6}" srcOrd="1" destOrd="0" parTransId="{9C6DBBFB-B5F4-4636-8FEE-DD991DA0299A}" sibTransId="{3E8A2C12-836F-4160-BE13-05CB37404BBA}"/>
    <dgm:cxn modelId="{A4867726-A6DD-4EA6-BF3A-9978EF01F951}" type="presOf" srcId="{3E8A2C12-836F-4160-BE13-05CB37404BBA}" destId="{068A8337-80A0-4179-90EA-D4F043B4CDDE}" srcOrd="0" destOrd="0" presId="urn:microsoft.com/office/officeart/2018/2/layout/IconCircleList"/>
    <dgm:cxn modelId="{9E4F7D26-F77C-486F-8EAF-8CF48F5A6E70}" type="presOf" srcId="{25A61126-F2C7-4417-8136-B9471123BCA6}" destId="{F2A3CA23-D812-4B5C-8F57-481187E0C82E}" srcOrd="0" destOrd="0" presId="urn:microsoft.com/office/officeart/2018/2/layout/IconCircleList"/>
    <dgm:cxn modelId="{CBC50F39-D2CB-4B7C-BE23-90CC31D98716}" type="presOf" srcId="{CB675C56-0423-4093-A075-390E9E25061C}" destId="{106CE885-77D7-4AAC-B667-65EB2D4FD190}" srcOrd="0" destOrd="0" presId="urn:microsoft.com/office/officeart/2018/2/layout/IconCircleList"/>
    <dgm:cxn modelId="{55BB2E3F-CD4F-4CC5-933D-4AA67A69E3D9}" srcId="{2DCAF746-1B4E-4AB2-A423-60EA99D394AE}" destId="{E65689BD-2C18-493C-8529-FDC76C7BA945}" srcOrd="3" destOrd="0" parTransId="{2C6C025B-B0EF-45AF-B8FF-F00FA8C956EB}" sibTransId="{F311D244-16BC-4E2A-9FE8-0A0FF5EDEA95}"/>
    <dgm:cxn modelId="{8046948C-D7EF-48AF-BF4C-7DB717D03627}" type="presOf" srcId="{467C22F7-6630-41FB-B187-0A5B89FD1C40}" destId="{E1FB2E16-996C-4AB4-B3BD-60CAFAF727EA}" srcOrd="0" destOrd="0" presId="urn:microsoft.com/office/officeart/2018/2/layout/IconCircleList"/>
    <dgm:cxn modelId="{33C67E9F-CF35-4B37-8FC1-9A8200DC6548}" type="presOf" srcId="{E65689BD-2C18-493C-8529-FDC76C7BA945}" destId="{4F39C93F-A8CE-42B5-B171-04D0056241C8}" srcOrd="0" destOrd="0" presId="urn:microsoft.com/office/officeart/2018/2/layout/IconCircleList"/>
    <dgm:cxn modelId="{C7851CB0-2BEF-48DB-B818-8E73F762A73D}" type="presOf" srcId="{F311D244-16BC-4E2A-9FE8-0A0FF5EDEA95}" destId="{48C4B2B1-627B-409E-8A68-105D47E9070C}" srcOrd="0" destOrd="0" presId="urn:microsoft.com/office/officeart/2018/2/layout/IconCircleList"/>
    <dgm:cxn modelId="{C93956B5-A789-4590-9C6B-1DB1F338104D}" srcId="{2DCAF746-1B4E-4AB2-A423-60EA99D394AE}" destId="{EDE88BE0-F6F1-4DED-BD54-04B0C8F6F20E}" srcOrd="2" destOrd="0" parTransId="{F69B8858-52A6-452C-B8E4-FB41A06A7C3A}" sibTransId="{53BA3B42-C693-4B04-B00B-9B208D8894A4}"/>
    <dgm:cxn modelId="{FFDB91FA-C13E-4B32-8391-2C6B4F8CF5C2}" srcId="{2DCAF746-1B4E-4AB2-A423-60EA99D394AE}" destId="{CB675C56-0423-4093-A075-390E9E25061C}" srcOrd="0" destOrd="0" parTransId="{1AC4D313-940C-4E7C-9CA1-270879402B25}" sibTransId="{C47E24B7-ABDA-4B0B-A69C-2BEB254B53F6}"/>
    <dgm:cxn modelId="{AB5A20FD-8B37-4DBC-88C5-21C66871815B}" type="presOf" srcId="{EDE88BE0-F6F1-4DED-BD54-04B0C8F6F20E}" destId="{9410E03A-3884-496A-B447-AA3C47259F13}" srcOrd="0" destOrd="0" presId="urn:microsoft.com/office/officeart/2018/2/layout/IconCircleList"/>
    <dgm:cxn modelId="{5339BFD1-1795-482E-AC94-21790A305810}" type="presParOf" srcId="{DA3648ED-6F29-481B-8809-AA65C9C811DB}" destId="{256A1F2F-F8BB-4D4A-BD14-77BC363D7B9A}" srcOrd="0" destOrd="0" presId="urn:microsoft.com/office/officeart/2018/2/layout/IconCircleList"/>
    <dgm:cxn modelId="{F3B20FA3-DBBB-4F52-AA97-8A3762C867A0}" type="presParOf" srcId="{256A1F2F-F8BB-4D4A-BD14-77BC363D7B9A}" destId="{91514A49-402B-496B-91AE-9E111227C5E8}" srcOrd="0" destOrd="0" presId="urn:microsoft.com/office/officeart/2018/2/layout/IconCircleList"/>
    <dgm:cxn modelId="{E41C9E7C-FB3F-40F8-A7F0-DAEB914DB8C0}" type="presParOf" srcId="{91514A49-402B-496B-91AE-9E111227C5E8}" destId="{A929E336-6619-4372-92AC-E5D974BC5466}" srcOrd="0" destOrd="0" presId="urn:microsoft.com/office/officeart/2018/2/layout/IconCircleList"/>
    <dgm:cxn modelId="{2AF3BC56-C3CD-4115-A4CE-32D3CEC8128C}" type="presParOf" srcId="{91514A49-402B-496B-91AE-9E111227C5E8}" destId="{0277A652-8DBB-4F9D-9C9A-7720DA27E3FF}" srcOrd="1" destOrd="0" presId="urn:microsoft.com/office/officeart/2018/2/layout/IconCircleList"/>
    <dgm:cxn modelId="{80856797-7B4E-4176-A6F0-851226AFE1EE}" type="presParOf" srcId="{91514A49-402B-496B-91AE-9E111227C5E8}" destId="{B4564B3B-6800-4D63-A101-4D32F6FF10DD}" srcOrd="2" destOrd="0" presId="urn:microsoft.com/office/officeart/2018/2/layout/IconCircleList"/>
    <dgm:cxn modelId="{535592E9-A6F8-4C45-839B-685A37219B34}" type="presParOf" srcId="{91514A49-402B-496B-91AE-9E111227C5E8}" destId="{106CE885-77D7-4AAC-B667-65EB2D4FD190}" srcOrd="3" destOrd="0" presId="urn:microsoft.com/office/officeart/2018/2/layout/IconCircleList"/>
    <dgm:cxn modelId="{05BBF0AD-4648-464D-90C4-08954AA415BD}" type="presParOf" srcId="{256A1F2F-F8BB-4D4A-BD14-77BC363D7B9A}" destId="{41BB27DC-4AAA-4FCB-B3B4-D58C4C0554EF}" srcOrd="1" destOrd="0" presId="urn:microsoft.com/office/officeart/2018/2/layout/IconCircleList"/>
    <dgm:cxn modelId="{228A068D-E6E6-49E5-AC8A-FC20A679532A}" type="presParOf" srcId="{256A1F2F-F8BB-4D4A-BD14-77BC363D7B9A}" destId="{169F955D-0305-4F55-9159-F5E94D72F9C2}" srcOrd="2" destOrd="0" presId="urn:microsoft.com/office/officeart/2018/2/layout/IconCircleList"/>
    <dgm:cxn modelId="{07FEE0B9-79AB-4D5C-8041-452933337457}" type="presParOf" srcId="{169F955D-0305-4F55-9159-F5E94D72F9C2}" destId="{B3D2F7B6-929C-4F33-A7A7-E5C163AC2234}" srcOrd="0" destOrd="0" presId="urn:microsoft.com/office/officeart/2018/2/layout/IconCircleList"/>
    <dgm:cxn modelId="{E61C305E-1C91-4CAA-BDCA-496A5E07B88B}" type="presParOf" srcId="{169F955D-0305-4F55-9159-F5E94D72F9C2}" destId="{1B51824B-F32B-49D7-BF87-906CBF7A3411}" srcOrd="1" destOrd="0" presId="urn:microsoft.com/office/officeart/2018/2/layout/IconCircleList"/>
    <dgm:cxn modelId="{C46C0FB7-A4A9-4DE0-AE39-E4162F5B76BB}" type="presParOf" srcId="{169F955D-0305-4F55-9159-F5E94D72F9C2}" destId="{4BF8346A-94F1-4909-BE1E-B649A0D86157}" srcOrd="2" destOrd="0" presId="urn:microsoft.com/office/officeart/2018/2/layout/IconCircleList"/>
    <dgm:cxn modelId="{87409489-602B-4650-A06D-27CBDF2170BA}" type="presParOf" srcId="{169F955D-0305-4F55-9159-F5E94D72F9C2}" destId="{F2A3CA23-D812-4B5C-8F57-481187E0C82E}" srcOrd="3" destOrd="0" presId="urn:microsoft.com/office/officeart/2018/2/layout/IconCircleList"/>
    <dgm:cxn modelId="{84C4F416-677F-4C23-995E-937900967953}" type="presParOf" srcId="{256A1F2F-F8BB-4D4A-BD14-77BC363D7B9A}" destId="{068A8337-80A0-4179-90EA-D4F043B4CDDE}" srcOrd="3" destOrd="0" presId="urn:microsoft.com/office/officeart/2018/2/layout/IconCircleList"/>
    <dgm:cxn modelId="{3697368D-F0CF-4859-A639-0F7D10E620F3}" type="presParOf" srcId="{256A1F2F-F8BB-4D4A-BD14-77BC363D7B9A}" destId="{BBF93499-F4B4-457D-BB03-8EB191C4114F}" srcOrd="4" destOrd="0" presId="urn:microsoft.com/office/officeart/2018/2/layout/IconCircleList"/>
    <dgm:cxn modelId="{B847294A-027D-40E3-9E07-A7E93377C870}" type="presParOf" srcId="{BBF93499-F4B4-457D-BB03-8EB191C4114F}" destId="{55D70E92-8A8D-4914-9AA0-2F50994AD680}" srcOrd="0" destOrd="0" presId="urn:microsoft.com/office/officeart/2018/2/layout/IconCircleList"/>
    <dgm:cxn modelId="{B6D4D2F6-A302-468C-BBF3-DBF1FF982A6B}" type="presParOf" srcId="{BBF93499-F4B4-457D-BB03-8EB191C4114F}" destId="{9ED3AB49-B917-4F26-AE9B-8C226426C6AD}" srcOrd="1" destOrd="0" presId="urn:microsoft.com/office/officeart/2018/2/layout/IconCircleList"/>
    <dgm:cxn modelId="{8081679A-C8BC-4873-8036-D3EB75DAF698}" type="presParOf" srcId="{BBF93499-F4B4-457D-BB03-8EB191C4114F}" destId="{F36A3E60-9B01-4529-B46A-664E174C2492}" srcOrd="2" destOrd="0" presId="urn:microsoft.com/office/officeart/2018/2/layout/IconCircleList"/>
    <dgm:cxn modelId="{0814E6A5-557E-4DC8-AF99-A80D36823D5B}" type="presParOf" srcId="{BBF93499-F4B4-457D-BB03-8EB191C4114F}" destId="{9410E03A-3884-496A-B447-AA3C47259F13}" srcOrd="3" destOrd="0" presId="urn:microsoft.com/office/officeart/2018/2/layout/IconCircleList"/>
    <dgm:cxn modelId="{C9F7AB40-4387-4CAE-A3E2-C40FE604CDAE}" type="presParOf" srcId="{256A1F2F-F8BB-4D4A-BD14-77BC363D7B9A}" destId="{575F4B3C-902F-45A0-90DC-99711939295C}" srcOrd="5" destOrd="0" presId="urn:microsoft.com/office/officeart/2018/2/layout/IconCircleList"/>
    <dgm:cxn modelId="{17569FBB-47AE-4801-8075-B4C29DD5D904}" type="presParOf" srcId="{256A1F2F-F8BB-4D4A-BD14-77BC363D7B9A}" destId="{21571A32-B0BC-44ED-96E1-5E7B192E8027}" srcOrd="6" destOrd="0" presId="urn:microsoft.com/office/officeart/2018/2/layout/IconCircleList"/>
    <dgm:cxn modelId="{F2B2793F-833F-4E76-9082-0C2E5DC6DA0E}" type="presParOf" srcId="{21571A32-B0BC-44ED-96E1-5E7B192E8027}" destId="{F08712AD-54C0-482B-A7C0-405C58F45796}" srcOrd="0" destOrd="0" presId="urn:microsoft.com/office/officeart/2018/2/layout/IconCircleList"/>
    <dgm:cxn modelId="{5EFB820B-BA2E-4DF2-8223-0E78B51B5172}" type="presParOf" srcId="{21571A32-B0BC-44ED-96E1-5E7B192E8027}" destId="{14C02786-9B81-4F2F-AB8C-7281DC5A5AF9}" srcOrd="1" destOrd="0" presId="urn:microsoft.com/office/officeart/2018/2/layout/IconCircleList"/>
    <dgm:cxn modelId="{CB1BE8E5-0562-484E-93B5-CC0CE1A4785D}" type="presParOf" srcId="{21571A32-B0BC-44ED-96E1-5E7B192E8027}" destId="{4DC15B3F-AD96-4D67-817B-826AA6BE8E3D}" srcOrd="2" destOrd="0" presId="urn:microsoft.com/office/officeart/2018/2/layout/IconCircleList"/>
    <dgm:cxn modelId="{F93E966B-50FA-426A-9381-9DFEA0C9EFB9}" type="presParOf" srcId="{21571A32-B0BC-44ED-96E1-5E7B192E8027}" destId="{4F39C93F-A8CE-42B5-B171-04D0056241C8}" srcOrd="3" destOrd="0" presId="urn:microsoft.com/office/officeart/2018/2/layout/IconCircleList"/>
    <dgm:cxn modelId="{F08438F5-278E-4D31-B13A-8F1154F26EF4}" type="presParOf" srcId="{256A1F2F-F8BB-4D4A-BD14-77BC363D7B9A}" destId="{48C4B2B1-627B-409E-8A68-105D47E9070C}" srcOrd="7" destOrd="0" presId="urn:microsoft.com/office/officeart/2018/2/layout/IconCircleList"/>
    <dgm:cxn modelId="{40070CCC-A664-4E0D-9E7B-894C32474FE8}" type="presParOf" srcId="{256A1F2F-F8BB-4D4A-BD14-77BC363D7B9A}" destId="{9E2B2196-282F-4221-8B93-AAA7C58B684C}" srcOrd="8" destOrd="0" presId="urn:microsoft.com/office/officeart/2018/2/layout/IconCircleList"/>
    <dgm:cxn modelId="{067DDD7C-458D-41AA-829A-6795A22F32EE}" type="presParOf" srcId="{9E2B2196-282F-4221-8B93-AAA7C58B684C}" destId="{4B9CAFBD-4359-4000-B2ED-C305DA8E6121}" srcOrd="0" destOrd="0" presId="urn:microsoft.com/office/officeart/2018/2/layout/IconCircleList"/>
    <dgm:cxn modelId="{81608E91-0352-466B-87C6-6303973D9FF5}" type="presParOf" srcId="{9E2B2196-282F-4221-8B93-AAA7C58B684C}" destId="{CB2DAE52-A4B7-4747-8A23-D2ACA9FE8629}" srcOrd="1" destOrd="0" presId="urn:microsoft.com/office/officeart/2018/2/layout/IconCircleList"/>
    <dgm:cxn modelId="{C571177E-CC42-4EBD-81C2-D7E09DC9BC7B}" type="presParOf" srcId="{9E2B2196-282F-4221-8B93-AAA7C58B684C}" destId="{22A687BB-1CDF-4E38-AA32-C136E719984A}" srcOrd="2" destOrd="0" presId="urn:microsoft.com/office/officeart/2018/2/layout/IconCircleList"/>
    <dgm:cxn modelId="{5C9A84D3-7BB4-47B5-A236-D2C7D8104D14}" type="presParOf" srcId="{9E2B2196-282F-4221-8B93-AAA7C58B684C}" destId="{E1FB2E16-996C-4AB4-B3BD-60CAFAF727E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B6251A-07E9-417C-A4BD-BA2E5D4B19A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7023505-8C41-4D34-9B2F-2D52107FA84D}">
      <dgm:prSet/>
      <dgm:spPr/>
      <dgm:t>
        <a:bodyPr/>
        <a:lstStyle/>
        <a:p>
          <a:r>
            <a:rPr lang="en-US"/>
            <a:t>Merge conflicts broke inspector references</a:t>
          </a:r>
        </a:p>
      </dgm:t>
    </dgm:pt>
    <dgm:pt modelId="{A6924ECE-F7B6-4386-B8F5-B2487EB30D06}" type="parTrans" cxnId="{56653F2E-7E28-4D7C-ADE4-DA2CDF270888}">
      <dgm:prSet/>
      <dgm:spPr/>
      <dgm:t>
        <a:bodyPr/>
        <a:lstStyle/>
        <a:p>
          <a:endParaRPr lang="en-US"/>
        </a:p>
      </dgm:t>
    </dgm:pt>
    <dgm:pt modelId="{14D0A143-02D2-4921-8055-3985791786E4}" type="sibTrans" cxnId="{56653F2E-7E28-4D7C-ADE4-DA2CDF270888}">
      <dgm:prSet/>
      <dgm:spPr/>
      <dgm:t>
        <a:bodyPr/>
        <a:lstStyle/>
        <a:p>
          <a:endParaRPr lang="en-US"/>
        </a:p>
      </dgm:t>
    </dgm:pt>
    <dgm:pt modelId="{FE2A285E-17C2-4372-A5C4-028F4F670686}">
      <dgm:prSet/>
      <dgm:spPr/>
      <dgm:t>
        <a:bodyPr/>
        <a:lstStyle/>
        <a:p>
          <a:r>
            <a:rPr lang="en-US"/>
            <a:t>Some major features were not completed (levels, boss system)</a:t>
          </a:r>
        </a:p>
      </dgm:t>
    </dgm:pt>
    <dgm:pt modelId="{9174F693-D7F7-4BD3-9E2A-1F348F3F1744}" type="parTrans" cxnId="{923E9197-0AE5-4E1C-8DA0-5FD1EB569CAE}">
      <dgm:prSet/>
      <dgm:spPr/>
      <dgm:t>
        <a:bodyPr/>
        <a:lstStyle/>
        <a:p>
          <a:endParaRPr lang="en-US"/>
        </a:p>
      </dgm:t>
    </dgm:pt>
    <dgm:pt modelId="{0D238157-D1BC-4F53-A721-BE63037AA7FC}" type="sibTrans" cxnId="{923E9197-0AE5-4E1C-8DA0-5FD1EB569CAE}">
      <dgm:prSet/>
      <dgm:spPr/>
      <dgm:t>
        <a:bodyPr/>
        <a:lstStyle/>
        <a:p>
          <a:endParaRPr lang="en-US"/>
        </a:p>
      </dgm:t>
    </dgm:pt>
    <dgm:pt modelId="{07069D44-8CF8-41E0-B272-7D49D626F828}">
      <dgm:prSet/>
      <dgm:spPr/>
      <dgm:t>
        <a:bodyPr/>
        <a:lstStyle/>
        <a:p>
          <a:r>
            <a:rPr lang="en-US"/>
            <a:t>Time management issues</a:t>
          </a:r>
        </a:p>
      </dgm:t>
    </dgm:pt>
    <dgm:pt modelId="{AF3BED48-361C-4D5E-BCFC-8B0036272367}" type="parTrans" cxnId="{34B56784-5443-4827-87B5-C637CC7BF42F}">
      <dgm:prSet/>
      <dgm:spPr/>
      <dgm:t>
        <a:bodyPr/>
        <a:lstStyle/>
        <a:p>
          <a:endParaRPr lang="en-US"/>
        </a:p>
      </dgm:t>
    </dgm:pt>
    <dgm:pt modelId="{B1D590A6-DCED-42F5-AC94-C72F0D9E72F3}" type="sibTrans" cxnId="{34B56784-5443-4827-87B5-C637CC7BF42F}">
      <dgm:prSet/>
      <dgm:spPr/>
      <dgm:t>
        <a:bodyPr/>
        <a:lstStyle/>
        <a:p>
          <a:endParaRPr lang="en-US"/>
        </a:p>
      </dgm:t>
    </dgm:pt>
    <dgm:pt modelId="{53F38EF1-7A21-4EDA-9DBC-8404BC345C48}">
      <dgm:prSet/>
      <dgm:spPr/>
      <dgm:t>
        <a:bodyPr/>
        <a:lstStyle/>
        <a:p>
          <a:r>
            <a:rPr lang="en-US"/>
            <a:t>Limited communication or planning</a:t>
          </a:r>
        </a:p>
      </dgm:t>
    </dgm:pt>
    <dgm:pt modelId="{00A27399-0CF8-48B0-A69B-00E666D44FA5}" type="parTrans" cxnId="{57724F7F-D170-418E-B94E-08632BDF0781}">
      <dgm:prSet/>
      <dgm:spPr/>
      <dgm:t>
        <a:bodyPr/>
        <a:lstStyle/>
        <a:p>
          <a:endParaRPr lang="en-US"/>
        </a:p>
      </dgm:t>
    </dgm:pt>
    <dgm:pt modelId="{BBCBAFD7-2A99-4E9E-A6C4-803BAD6B8EB6}" type="sibTrans" cxnId="{57724F7F-D170-418E-B94E-08632BDF0781}">
      <dgm:prSet/>
      <dgm:spPr/>
      <dgm:t>
        <a:bodyPr/>
        <a:lstStyle/>
        <a:p>
          <a:endParaRPr lang="en-US"/>
        </a:p>
      </dgm:t>
    </dgm:pt>
    <dgm:pt modelId="{DCF85B7E-FD2D-406E-86D8-76F06B92F9F6}">
      <dgm:prSet/>
      <dgm:spPr/>
      <dgm:t>
        <a:bodyPr/>
        <a:lstStyle/>
        <a:p>
          <a:r>
            <a:rPr lang="en-US"/>
            <a:t>Integration started too late</a:t>
          </a:r>
        </a:p>
      </dgm:t>
    </dgm:pt>
    <dgm:pt modelId="{0C4E9C07-DD17-4C64-A173-EA41470644D6}" type="parTrans" cxnId="{74F9B08B-FDFF-4884-9FFB-92D34D26C60A}">
      <dgm:prSet/>
      <dgm:spPr/>
      <dgm:t>
        <a:bodyPr/>
        <a:lstStyle/>
        <a:p>
          <a:endParaRPr lang="en-US"/>
        </a:p>
      </dgm:t>
    </dgm:pt>
    <dgm:pt modelId="{7FBF8A2B-FEE2-4965-B2AE-3C9EE8410DB0}" type="sibTrans" cxnId="{74F9B08B-FDFF-4884-9FFB-92D34D26C60A}">
      <dgm:prSet/>
      <dgm:spPr/>
      <dgm:t>
        <a:bodyPr/>
        <a:lstStyle/>
        <a:p>
          <a:endParaRPr lang="en-US"/>
        </a:p>
      </dgm:t>
    </dgm:pt>
    <dgm:pt modelId="{BAE0D7EA-6A11-438A-9FC6-DE889CF92962}">
      <dgm:prSet/>
      <dgm:spPr/>
      <dgm:t>
        <a:bodyPr/>
        <a:lstStyle/>
        <a:p>
          <a:r>
            <a:rPr lang="en-US"/>
            <a:t>Some features could not be tested because dependencies were missing</a:t>
          </a:r>
        </a:p>
      </dgm:t>
    </dgm:pt>
    <dgm:pt modelId="{A3AECF46-8FA6-4697-A086-E5743279E329}" type="parTrans" cxnId="{47B57274-0ACE-428F-B876-BE26188460E4}">
      <dgm:prSet/>
      <dgm:spPr/>
      <dgm:t>
        <a:bodyPr/>
        <a:lstStyle/>
        <a:p>
          <a:endParaRPr lang="en-US"/>
        </a:p>
      </dgm:t>
    </dgm:pt>
    <dgm:pt modelId="{3BC99159-F9A1-45C4-8B9B-408ABB4D9A41}" type="sibTrans" cxnId="{47B57274-0ACE-428F-B876-BE26188460E4}">
      <dgm:prSet/>
      <dgm:spPr/>
      <dgm:t>
        <a:bodyPr/>
        <a:lstStyle/>
        <a:p>
          <a:endParaRPr lang="en-US"/>
        </a:p>
      </dgm:t>
    </dgm:pt>
    <dgm:pt modelId="{F7349330-B69D-40EC-999D-CACE351DCA7D}" type="pres">
      <dgm:prSet presAssocID="{53B6251A-07E9-417C-A4BD-BA2E5D4B19AC}" presName="Name0" presStyleCnt="0">
        <dgm:presLayoutVars>
          <dgm:dir/>
          <dgm:resizeHandles val="exact"/>
        </dgm:presLayoutVars>
      </dgm:prSet>
      <dgm:spPr/>
    </dgm:pt>
    <dgm:pt modelId="{922FD07B-7713-4CFD-99DA-E07CED7D5407}" type="pres">
      <dgm:prSet presAssocID="{C7023505-8C41-4D34-9B2F-2D52107FA84D}" presName="node" presStyleLbl="node1" presStyleIdx="0" presStyleCnt="6">
        <dgm:presLayoutVars>
          <dgm:bulletEnabled val="1"/>
        </dgm:presLayoutVars>
      </dgm:prSet>
      <dgm:spPr/>
    </dgm:pt>
    <dgm:pt modelId="{74550AC3-2413-487E-B554-757C97444B5A}" type="pres">
      <dgm:prSet presAssocID="{14D0A143-02D2-4921-8055-3985791786E4}" presName="sibTrans" presStyleLbl="sibTrans1D1" presStyleIdx="0" presStyleCnt="5"/>
      <dgm:spPr/>
    </dgm:pt>
    <dgm:pt modelId="{966C86B6-156D-42D5-A45D-2EB39F756EBA}" type="pres">
      <dgm:prSet presAssocID="{14D0A143-02D2-4921-8055-3985791786E4}" presName="connectorText" presStyleLbl="sibTrans1D1" presStyleIdx="0" presStyleCnt="5"/>
      <dgm:spPr/>
    </dgm:pt>
    <dgm:pt modelId="{F2C860C0-4F1D-4415-83B9-B55E6E2CAF21}" type="pres">
      <dgm:prSet presAssocID="{FE2A285E-17C2-4372-A5C4-028F4F670686}" presName="node" presStyleLbl="node1" presStyleIdx="1" presStyleCnt="6">
        <dgm:presLayoutVars>
          <dgm:bulletEnabled val="1"/>
        </dgm:presLayoutVars>
      </dgm:prSet>
      <dgm:spPr/>
    </dgm:pt>
    <dgm:pt modelId="{E815957C-0EB4-4684-BD18-624D45FEFF7A}" type="pres">
      <dgm:prSet presAssocID="{0D238157-D1BC-4F53-A721-BE63037AA7FC}" presName="sibTrans" presStyleLbl="sibTrans1D1" presStyleIdx="1" presStyleCnt="5"/>
      <dgm:spPr/>
    </dgm:pt>
    <dgm:pt modelId="{54503362-569B-42AC-B9EF-34B911267746}" type="pres">
      <dgm:prSet presAssocID="{0D238157-D1BC-4F53-A721-BE63037AA7FC}" presName="connectorText" presStyleLbl="sibTrans1D1" presStyleIdx="1" presStyleCnt="5"/>
      <dgm:spPr/>
    </dgm:pt>
    <dgm:pt modelId="{07AB2079-5833-4061-8FE9-337249D30918}" type="pres">
      <dgm:prSet presAssocID="{07069D44-8CF8-41E0-B272-7D49D626F828}" presName="node" presStyleLbl="node1" presStyleIdx="2" presStyleCnt="6">
        <dgm:presLayoutVars>
          <dgm:bulletEnabled val="1"/>
        </dgm:presLayoutVars>
      </dgm:prSet>
      <dgm:spPr/>
    </dgm:pt>
    <dgm:pt modelId="{C0E86329-E135-4511-B484-DE815469BE00}" type="pres">
      <dgm:prSet presAssocID="{B1D590A6-DCED-42F5-AC94-C72F0D9E72F3}" presName="sibTrans" presStyleLbl="sibTrans1D1" presStyleIdx="2" presStyleCnt="5"/>
      <dgm:spPr/>
    </dgm:pt>
    <dgm:pt modelId="{32794EFD-EE17-4CB2-8863-E428C32E60B5}" type="pres">
      <dgm:prSet presAssocID="{B1D590A6-DCED-42F5-AC94-C72F0D9E72F3}" presName="connectorText" presStyleLbl="sibTrans1D1" presStyleIdx="2" presStyleCnt="5"/>
      <dgm:spPr/>
    </dgm:pt>
    <dgm:pt modelId="{40BE28F7-84A1-41C6-A263-12017B299E2D}" type="pres">
      <dgm:prSet presAssocID="{53F38EF1-7A21-4EDA-9DBC-8404BC345C48}" presName="node" presStyleLbl="node1" presStyleIdx="3" presStyleCnt="6">
        <dgm:presLayoutVars>
          <dgm:bulletEnabled val="1"/>
        </dgm:presLayoutVars>
      </dgm:prSet>
      <dgm:spPr/>
    </dgm:pt>
    <dgm:pt modelId="{A1DC9CDC-4750-4AC4-B138-49996CAD270E}" type="pres">
      <dgm:prSet presAssocID="{BBCBAFD7-2A99-4E9E-A6C4-803BAD6B8EB6}" presName="sibTrans" presStyleLbl="sibTrans1D1" presStyleIdx="3" presStyleCnt="5"/>
      <dgm:spPr/>
    </dgm:pt>
    <dgm:pt modelId="{27AD2F67-900E-48A7-BC7C-206B761867E5}" type="pres">
      <dgm:prSet presAssocID="{BBCBAFD7-2A99-4E9E-A6C4-803BAD6B8EB6}" presName="connectorText" presStyleLbl="sibTrans1D1" presStyleIdx="3" presStyleCnt="5"/>
      <dgm:spPr/>
    </dgm:pt>
    <dgm:pt modelId="{20200959-C3A8-4D44-AF19-714C5561685A}" type="pres">
      <dgm:prSet presAssocID="{DCF85B7E-FD2D-406E-86D8-76F06B92F9F6}" presName="node" presStyleLbl="node1" presStyleIdx="4" presStyleCnt="6">
        <dgm:presLayoutVars>
          <dgm:bulletEnabled val="1"/>
        </dgm:presLayoutVars>
      </dgm:prSet>
      <dgm:spPr/>
    </dgm:pt>
    <dgm:pt modelId="{83EFFE14-5ECF-41EC-A5AB-9B2D608997EC}" type="pres">
      <dgm:prSet presAssocID="{7FBF8A2B-FEE2-4965-B2AE-3C9EE8410DB0}" presName="sibTrans" presStyleLbl="sibTrans1D1" presStyleIdx="4" presStyleCnt="5"/>
      <dgm:spPr/>
    </dgm:pt>
    <dgm:pt modelId="{A050A4E3-B0D6-47C2-B720-AB32F987FD6E}" type="pres">
      <dgm:prSet presAssocID="{7FBF8A2B-FEE2-4965-B2AE-3C9EE8410DB0}" presName="connectorText" presStyleLbl="sibTrans1D1" presStyleIdx="4" presStyleCnt="5"/>
      <dgm:spPr/>
    </dgm:pt>
    <dgm:pt modelId="{7A7EE7F7-8060-480C-BC78-7FDD73749AFB}" type="pres">
      <dgm:prSet presAssocID="{BAE0D7EA-6A11-438A-9FC6-DE889CF92962}" presName="node" presStyleLbl="node1" presStyleIdx="5" presStyleCnt="6">
        <dgm:presLayoutVars>
          <dgm:bulletEnabled val="1"/>
        </dgm:presLayoutVars>
      </dgm:prSet>
      <dgm:spPr/>
    </dgm:pt>
  </dgm:ptLst>
  <dgm:cxnLst>
    <dgm:cxn modelId="{9478832D-9A0F-4991-8E65-830A6E910A97}" type="presOf" srcId="{FE2A285E-17C2-4372-A5C4-028F4F670686}" destId="{F2C860C0-4F1D-4415-83B9-B55E6E2CAF21}" srcOrd="0" destOrd="0" presId="urn:microsoft.com/office/officeart/2016/7/layout/RepeatingBendingProcessNew"/>
    <dgm:cxn modelId="{56653F2E-7E28-4D7C-ADE4-DA2CDF270888}" srcId="{53B6251A-07E9-417C-A4BD-BA2E5D4B19AC}" destId="{C7023505-8C41-4D34-9B2F-2D52107FA84D}" srcOrd="0" destOrd="0" parTransId="{A6924ECE-F7B6-4386-B8F5-B2487EB30D06}" sibTransId="{14D0A143-02D2-4921-8055-3985791786E4}"/>
    <dgm:cxn modelId="{EC349963-F122-4BBB-BA56-84D10D542FF2}" type="presOf" srcId="{53B6251A-07E9-417C-A4BD-BA2E5D4B19AC}" destId="{F7349330-B69D-40EC-999D-CACE351DCA7D}" srcOrd="0" destOrd="0" presId="urn:microsoft.com/office/officeart/2016/7/layout/RepeatingBendingProcessNew"/>
    <dgm:cxn modelId="{50BFA067-1F70-4EBA-8A8D-79B4D13D3AB4}" type="presOf" srcId="{53F38EF1-7A21-4EDA-9DBC-8404BC345C48}" destId="{40BE28F7-84A1-41C6-A263-12017B299E2D}" srcOrd="0" destOrd="0" presId="urn:microsoft.com/office/officeart/2016/7/layout/RepeatingBendingProcessNew"/>
    <dgm:cxn modelId="{EB25F969-DA77-4899-8B20-7389FB41DB2B}" type="presOf" srcId="{B1D590A6-DCED-42F5-AC94-C72F0D9E72F3}" destId="{32794EFD-EE17-4CB2-8863-E428C32E60B5}" srcOrd="1" destOrd="0" presId="urn:microsoft.com/office/officeart/2016/7/layout/RepeatingBendingProcessNew"/>
    <dgm:cxn modelId="{ECA6614D-A356-48BD-98D6-8F43094806D3}" type="presOf" srcId="{B1D590A6-DCED-42F5-AC94-C72F0D9E72F3}" destId="{C0E86329-E135-4511-B484-DE815469BE00}" srcOrd="0" destOrd="0" presId="urn:microsoft.com/office/officeart/2016/7/layout/RepeatingBendingProcessNew"/>
    <dgm:cxn modelId="{F943426E-A40F-4A1A-BDC5-66751EB830FE}" type="presOf" srcId="{14D0A143-02D2-4921-8055-3985791786E4}" destId="{966C86B6-156D-42D5-A45D-2EB39F756EBA}" srcOrd="1" destOrd="0" presId="urn:microsoft.com/office/officeart/2016/7/layout/RepeatingBendingProcessNew"/>
    <dgm:cxn modelId="{CE314953-5F1C-4A8A-8E20-6D3D7270119C}" type="presOf" srcId="{14D0A143-02D2-4921-8055-3985791786E4}" destId="{74550AC3-2413-487E-B554-757C97444B5A}" srcOrd="0" destOrd="0" presId="urn:microsoft.com/office/officeart/2016/7/layout/RepeatingBendingProcessNew"/>
    <dgm:cxn modelId="{A5C01654-5019-4C5F-A1C9-33DFE822F9E8}" type="presOf" srcId="{BBCBAFD7-2A99-4E9E-A6C4-803BAD6B8EB6}" destId="{27AD2F67-900E-48A7-BC7C-206B761867E5}" srcOrd="1" destOrd="0" presId="urn:microsoft.com/office/officeart/2016/7/layout/RepeatingBendingProcessNew"/>
    <dgm:cxn modelId="{47B57274-0ACE-428F-B876-BE26188460E4}" srcId="{53B6251A-07E9-417C-A4BD-BA2E5D4B19AC}" destId="{BAE0D7EA-6A11-438A-9FC6-DE889CF92962}" srcOrd="5" destOrd="0" parTransId="{A3AECF46-8FA6-4697-A086-E5743279E329}" sibTransId="{3BC99159-F9A1-45C4-8B9B-408ABB4D9A41}"/>
    <dgm:cxn modelId="{AA392E7F-8251-415C-8264-C6A2EC5A57F1}" type="presOf" srcId="{07069D44-8CF8-41E0-B272-7D49D626F828}" destId="{07AB2079-5833-4061-8FE9-337249D30918}" srcOrd="0" destOrd="0" presId="urn:microsoft.com/office/officeart/2016/7/layout/RepeatingBendingProcessNew"/>
    <dgm:cxn modelId="{57724F7F-D170-418E-B94E-08632BDF0781}" srcId="{53B6251A-07E9-417C-A4BD-BA2E5D4B19AC}" destId="{53F38EF1-7A21-4EDA-9DBC-8404BC345C48}" srcOrd="3" destOrd="0" parTransId="{00A27399-0CF8-48B0-A69B-00E666D44FA5}" sibTransId="{BBCBAFD7-2A99-4E9E-A6C4-803BAD6B8EB6}"/>
    <dgm:cxn modelId="{34B56784-5443-4827-87B5-C637CC7BF42F}" srcId="{53B6251A-07E9-417C-A4BD-BA2E5D4B19AC}" destId="{07069D44-8CF8-41E0-B272-7D49D626F828}" srcOrd="2" destOrd="0" parTransId="{AF3BED48-361C-4D5E-BCFC-8B0036272367}" sibTransId="{B1D590A6-DCED-42F5-AC94-C72F0D9E72F3}"/>
    <dgm:cxn modelId="{74F9B08B-FDFF-4884-9FFB-92D34D26C60A}" srcId="{53B6251A-07E9-417C-A4BD-BA2E5D4B19AC}" destId="{DCF85B7E-FD2D-406E-86D8-76F06B92F9F6}" srcOrd="4" destOrd="0" parTransId="{0C4E9C07-DD17-4C64-A173-EA41470644D6}" sibTransId="{7FBF8A2B-FEE2-4965-B2AE-3C9EE8410DB0}"/>
    <dgm:cxn modelId="{3219AE8E-6489-4286-BC5F-72B387ADDC9C}" type="presOf" srcId="{BAE0D7EA-6A11-438A-9FC6-DE889CF92962}" destId="{7A7EE7F7-8060-480C-BC78-7FDD73749AFB}" srcOrd="0" destOrd="0" presId="urn:microsoft.com/office/officeart/2016/7/layout/RepeatingBendingProcessNew"/>
    <dgm:cxn modelId="{C0F5AB91-C908-4FFB-98FD-73E6CC2F418A}" type="presOf" srcId="{DCF85B7E-FD2D-406E-86D8-76F06B92F9F6}" destId="{20200959-C3A8-4D44-AF19-714C5561685A}" srcOrd="0" destOrd="0" presId="urn:microsoft.com/office/officeart/2016/7/layout/RepeatingBendingProcessNew"/>
    <dgm:cxn modelId="{923E9197-0AE5-4E1C-8DA0-5FD1EB569CAE}" srcId="{53B6251A-07E9-417C-A4BD-BA2E5D4B19AC}" destId="{FE2A285E-17C2-4372-A5C4-028F4F670686}" srcOrd="1" destOrd="0" parTransId="{9174F693-D7F7-4BD3-9E2A-1F348F3F1744}" sibTransId="{0D238157-D1BC-4F53-A721-BE63037AA7FC}"/>
    <dgm:cxn modelId="{BA316F9F-428C-47AE-9D4D-DB1497BDBDD1}" type="presOf" srcId="{0D238157-D1BC-4F53-A721-BE63037AA7FC}" destId="{54503362-569B-42AC-B9EF-34B911267746}" srcOrd="1" destOrd="0" presId="urn:microsoft.com/office/officeart/2016/7/layout/RepeatingBendingProcessNew"/>
    <dgm:cxn modelId="{B73F6AA6-F736-4C47-844A-FB23A9F9184B}" type="presOf" srcId="{C7023505-8C41-4D34-9B2F-2D52107FA84D}" destId="{922FD07B-7713-4CFD-99DA-E07CED7D5407}" srcOrd="0" destOrd="0" presId="urn:microsoft.com/office/officeart/2016/7/layout/RepeatingBendingProcessNew"/>
    <dgm:cxn modelId="{D7496BE3-F6A5-47A5-A4AF-B0169459FC00}" type="presOf" srcId="{7FBF8A2B-FEE2-4965-B2AE-3C9EE8410DB0}" destId="{A050A4E3-B0D6-47C2-B720-AB32F987FD6E}" srcOrd="1" destOrd="0" presId="urn:microsoft.com/office/officeart/2016/7/layout/RepeatingBendingProcessNew"/>
    <dgm:cxn modelId="{43168FEE-F66E-4E35-9D80-448D027AEEFB}" type="presOf" srcId="{BBCBAFD7-2A99-4E9E-A6C4-803BAD6B8EB6}" destId="{A1DC9CDC-4750-4AC4-B138-49996CAD270E}" srcOrd="0" destOrd="0" presId="urn:microsoft.com/office/officeart/2016/7/layout/RepeatingBendingProcessNew"/>
    <dgm:cxn modelId="{54C39EEF-BD0E-4582-BEF9-BB42E5708DBE}" type="presOf" srcId="{7FBF8A2B-FEE2-4965-B2AE-3C9EE8410DB0}" destId="{83EFFE14-5ECF-41EC-A5AB-9B2D608997EC}" srcOrd="0" destOrd="0" presId="urn:microsoft.com/office/officeart/2016/7/layout/RepeatingBendingProcessNew"/>
    <dgm:cxn modelId="{998B4AFE-79C3-4CF5-B241-FB70B9E9D4B2}" type="presOf" srcId="{0D238157-D1BC-4F53-A721-BE63037AA7FC}" destId="{E815957C-0EB4-4684-BD18-624D45FEFF7A}" srcOrd="0" destOrd="0" presId="urn:microsoft.com/office/officeart/2016/7/layout/RepeatingBendingProcessNew"/>
    <dgm:cxn modelId="{BCB0DB59-650D-491C-9E8C-3505FAE8756F}" type="presParOf" srcId="{F7349330-B69D-40EC-999D-CACE351DCA7D}" destId="{922FD07B-7713-4CFD-99DA-E07CED7D5407}" srcOrd="0" destOrd="0" presId="urn:microsoft.com/office/officeart/2016/7/layout/RepeatingBendingProcessNew"/>
    <dgm:cxn modelId="{3B102D6B-2B92-4F01-96FE-0BEA6BB750A7}" type="presParOf" srcId="{F7349330-B69D-40EC-999D-CACE351DCA7D}" destId="{74550AC3-2413-487E-B554-757C97444B5A}" srcOrd="1" destOrd="0" presId="urn:microsoft.com/office/officeart/2016/7/layout/RepeatingBendingProcessNew"/>
    <dgm:cxn modelId="{62047719-BD3B-4239-9CBB-BD8C1F02CB37}" type="presParOf" srcId="{74550AC3-2413-487E-B554-757C97444B5A}" destId="{966C86B6-156D-42D5-A45D-2EB39F756EBA}" srcOrd="0" destOrd="0" presId="urn:microsoft.com/office/officeart/2016/7/layout/RepeatingBendingProcessNew"/>
    <dgm:cxn modelId="{1438F57D-3496-4C1F-B722-4F71BD4511A2}" type="presParOf" srcId="{F7349330-B69D-40EC-999D-CACE351DCA7D}" destId="{F2C860C0-4F1D-4415-83B9-B55E6E2CAF21}" srcOrd="2" destOrd="0" presId="urn:microsoft.com/office/officeart/2016/7/layout/RepeatingBendingProcessNew"/>
    <dgm:cxn modelId="{9F4BBD53-0C77-4B35-A04C-5FE9F1FA8EE0}" type="presParOf" srcId="{F7349330-B69D-40EC-999D-CACE351DCA7D}" destId="{E815957C-0EB4-4684-BD18-624D45FEFF7A}" srcOrd="3" destOrd="0" presId="urn:microsoft.com/office/officeart/2016/7/layout/RepeatingBendingProcessNew"/>
    <dgm:cxn modelId="{0517F5B3-7D18-4183-9FFF-2AEDED9EF0DB}" type="presParOf" srcId="{E815957C-0EB4-4684-BD18-624D45FEFF7A}" destId="{54503362-569B-42AC-B9EF-34B911267746}" srcOrd="0" destOrd="0" presId="urn:microsoft.com/office/officeart/2016/7/layout/RepeatingBendingProcessNew"/>
    <dgm:cxn modelId="{F5F2EA28-A4A9-4542-8CD7-DA534B301137}" type="presParOf" srcId="{F7349330-B69D-40EC-999D-CACE351DCA7D}" destId="{07AB2079-5833-4061-8FE9-337249D30918}" srcOrd="4" destOrd="0" presId="urn:microsoft.com/office/officeart/2016/7/layout/RepeatingBendingProcessNew"/>
    <dgm:cxn modelId="{1AC24E44-1BF9-4B12-9077-435552B3FA0D}" type="presParOf" srcId="{F7349330-B69D-40EC-999D-CACE351DCA7D}" destId="{C0E86329-E135-4511-B484-DE815469BE00}" srcOrd="5" destOrd="0" presId="urn:microsoft.com/office/officeart/2016/7/layout/RepeatingBendingProcessNew"/>
    <dgm:cxn modelId="{619922A3-85C4-4266-81F8-A0376DE47234}" type="presParOf" srcId="{C0E86329-E135-4511-B484-DE815469BE00}" destId="{32794EFD-EE17-4CB2-8863-E428C32E60B5}" srcOrd="0" destOrd="0" presId="urn:microsoft.com/office/officeart/2016/7/layout/RepeatingBendingProcessNew"/>
    <dgm:cxn modelId="{3BDA71F5-4492-48BD-A342-1EF8634F47A9}" type="presParOf" srcId="{F7349330-B69D-40EC-999D-CACE351DCA7D}" destId="{40BE28F7-84A1-41C6-A263-12017B299E2D}" srcOrd="6" destOrd="0" presId="urn:microsoft.com/office/officeart/2016/7/layout/RepeatingBendingProcessNew"/>
    <dgm:cxn modelId="{002271BA-8F00-4C8D-A9AB-B7776B3D4FBF}" type="presParOf" srcId="{F7349330-B69D-40EC-999D-CACE351DCA7D}" destId="{A1DC9CDC-4750-4AC4-B138-49996CAD270E}" srcOrd="7" destOrd="0" presId="urn:microsoft.com/office/officeart/2016/7/layout/RepeatingBendingProcessNew"/>
    <dgm:cxn modelId="{ED4455B9-AED5-41FF-8A13-BD344343FF9B}" type="presParOf" srcId="{A1DC9CDC-4750-4AC4-B138-49996CAD270E}" destId="{27AD2F67-900E-48A7-BC7C-206B761867E5}" srcOrd="0" destOrd="0" presId="urn:microsoft.com/office/officeart/2016/7/layout/RepeatingBendingProcessNew"/>
    <dgm:cxn modelId="{ED748DB6-045D-498A-9983-BF79E6A04B76}" type="presParOf" srcId="{F7349330-B69D-40EC-999D-CACE351DCA7D}" destId="{20200959-C3A8-4D44-AF19-714C5561685A}" srcOrd="8" destOrd="0" presId="urn:microsoft.com/office/officeart/2016/7/layout/RepeatingBendingProcessNew"/>
    <dgm:cxn modelId="{793AA1FF-B5B7-4D31-B045-5A3BB2D43DDC}" type="presParOf" srcId="{F7349330-B69D-40EC-999D-CACE351DCA7D}" destId="{83EFFE14-5ECF-41EC-A5AB-9B2D608997EC}" srcOrd="9" destOrd="0" presId="urn:microsoft.com/office/officeart/2016/7/layout/RepeatingBendingProcessNew"/>
    <dgm:cxn modelId="{6169B289-06E8-4E55-80F8-9A4B28356213}" type="presParOf" srcId="{83EFFE14-5ECF-41EC-A5AB-9B2D608997EC}" destId="{A050A4E3-B0D6-47C2-B720-AB32F987FD6E}" srcOrd="0" destOrd="0" presId="urn:microsoft.com/office/officeart/2016/7/layout/RepeatingBendingProcessNew"/>
    <dgm:cxn modelId="{33521779-02B6-4927-8B0C-943F8AE8A8C5}" type="presParOf" srcId="{F7349330-B69D-40EC-999D-CACE351DCA7D}" destId="{7A7EE7F7-8060-480C-BC78-7FDD73749AF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3C3EBC-2083-4007-8931-3C16BF3D8DB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FFBF9CB-75B9-4C4A-BF80-94B745A10776}">
      <dgm:prSet/>
      <dgm:spPr/>
      <dgm:t>
        <a:bodyPr/>
        <a:lstStyle/>
        <a:p>
          <a:pPr>
            <a:defRPr cap="all"/>
          </a:pPr>
          <a:r>
            <a:rPr lang="en-US"/>
            <a:t>Weekly team meetings / check-ins</a:t>
          </a:r>
        </a:p>
      </dgm:t>
    </dgm:pt>
    <dgm:pt modelId="{DDB1B6D9-CD4C-4193-892F-C4E2D71E4F73}" type="parTrans" cxnId="{1F47F7C6-D724-4931-A404-869D41ED5D22}">
      <dgm:prSet/>
      <dgm:spPr/>
      <dgm:t>
        <a:bodyPr/>
        <a:lstStyle/>
        <a:p>
          <a:endParaRPr lang="en-US"/>
        </a:p>
      </dgm:t>
    </dgm:pt>
    <dgm:pt modelId="{FBE4BD1B-C7E9-4DE9-BDBD-CACEC1CAD9D8}" type="sibTrans" cxnId="{1F47F7C6-D724-4931-A404-869D41ED5D22}">
      <dgm:prSet/>
      <dgm:spPr/>
      <dgm:t>
        <a:bodyPr/>
        <a:lstStyle/>
        <a:p>
          <a:endParaRPr lang="en-US"/>
        </a:p>
      </dgm:t>
    </dgm:pt>
    <dgm:pt modelId="{49CEBCB3-300A-455E-9DFE-68D8C2FE52B2}">
      <dgm:prSet/>
      <dgm:spPr/>
      <dgm:t>
        <a:bodyPr/>
        <a:lstStyle/>
        <a:p>
          <a:pPr>
            <a:defRPr cap="all"/>
          </a:pPr>
          <a:r>
            <a:rPr lang="en-US"/>
            <a:t>Do early testing with mock objects</a:t>
          </a:r>
        </a:p>
      </dgm:t>
    </dgm:pt>
    <dgm:pt modelId="{B6B08475-ED92-4C24-B365-1EC99085252D}" type="parTrans" cxnId="{C7CA6E83-1D86-453F-94E6-95F29BE8F76D}">
      <dgm:prSet/>
      <dgm:spPr/>
      <dgm:t>
        <a:bodyPr/>
        <a:lstStyle/>
        <a:p>
          <a:endParaRPr lang="en-US"/>
        </a:p>
      </dgm:t>
    </dgm:pt>
    <dgm:pt modelId="{8E7BA1BD-46E4-4758-8401-5D032BC84B46}" type="sibTrans" cxnId="{C7CA6E83-1D86-453F-94E6-95F29BE8F76D}">
      <dgm:prSet/>
      <dgm:spPr/>
      <dgm:t>
        <a:bodyPr/>
        <a:lstStyle/>
        <a:p>
          <a:endParaRPr lang="en-US"/>
        </a:p>
      </dgm:t>
    </dgm:pt>
    <dgm:pt modelId="{EBC626F0-282C-4497-ACA9-DEBCA27C4511}">
      <dgm:prSet/>
      <dgm:spPr/>
      <dgm:t>
        <a:bodyPr/>
        <a:lstStyle/>
        <a:p>
          <a:pPr>
            <a:defRPr cap="all"/>
          </a:pPr>
          <a:r>
            <a:rPr lang="en-US"/>
            <a:t>Set merge rules to protect the project</a:t>
          </a:r>
        </a:p>
      </dgm:t>
    </dgm:pt>
    <dgm:pt modelId="{90A5BDFD-9DD6-4789-A911-5CBDDB5E12A6}" type="parTrans" cxnId="{FD104A92-B4C6-4B5A-AF4A-97BDE89596AB}">
      <dgm:prSet/>
      <dgm:spPr/>
      <dgm:t>
        <a:bodyPr/>
        <a:lstStyle/>
        <a:p>
          <a:endParaRPr lang="en-US"/>
        </a:p>
      </dgm:t>
    </dgm:pt>
    <dgm:pt modelId="{CFC91CF7-CF63-411E-8257-D773D67152B5}" type="sibTrans" cxnId="{FD104A92-B4C6-4B5A-AF4A-97BDE89596AB}">
      <dgm:prSet/>
      <dgm:spPr/>
      <dgm:t>
        <a:bodyPr/>
        <a:lstStyle/>
        <a:p>
          <a:endParaRPr lang="en-US"/>
        </a:p>
      </dgm:t>
    </dgm:pt>
    <dgm:pt modelId="{908B1237-8DD7-4E01-B282-AD6D3411F69D}">
      <dgm:prSet/>
      <dgm:spPr/>
      <dgm:t>
        <a:bodyPr/>
        <a:lstStyle/>
        <a:p>
          <a:pPr>
            <a:defRPr cap="all"/>
          </a:pPr>
          <a:r>
            <a:rPr lang="en-US"/>
            <a:t>Integrate systems earlier instead of last minute</a:t>
          </a:r>
        </a:p>
      </dgm:t>
    </dgm:pt>
    <dgm:pt modelId="{01775680-744C-4CFF-BBEB-9274C4BEA14B}" type="parTrans" cxnId="{C773923D-9A1F-423F-839B-3E0D0CFC14AD}">
      <dgm:prSet/>
      <dgm:spPr/>
      <dgm:t>
        <a:bodyPr/>
        <a:lstStyle/>
        <a:p>
          <a:endParaRPr lang="en-US"/>
        </a:p>
      </dgm:t>
    </dgm:pt>
    <dgm:pt modelId="{69BBA1FA-6208-4A06-860D-926CF75F6B31}" type="sibTrans" cxnId="{C773923D-9A1F-423F-839B-3E0D0CFC14AD}">
      <dgm:prSet/>
      <dgm:spPr/>
      <dgm:t>
        <a:bodyPr/>
        <a:lstStyle/>
        <a:p>
          <a:endParaRPr lang="en-US"/>
        </a:p>
      </dgm:t>
    </dgm:pt>
    <dgm:pt modelId="{0C1311CB-6721-4D6C-925D-E212F2E17374}">
      <dgm:prSet/>
      <dgm:spPr/>
      <dgm:t>
        <a:bodyPr/>
        <a:lstStyle/>
        <a:p>
          <a:pPr>
            <a:defRPr cap="all"/>
          </a:pPr>
          <a:r>
            <a:rPr lang="en-US"/>
            <a:t>Better Breakdown Approach</a:t>
          </a:r>
        </a:p>
      </dgm:t>
    </dgm:pt>
    <dgm:pt modelId="{8A183CBB-EE14-4F67-A3DE-4A907671BEC9}" type="parTrans" cxnId="{EFDFA4DD-8522-4C8B-B3F8-649391B13967}">
      <dgm:prSet/>
      <dgm:spPr/>
      <dgm:t>
        <a:bodyPr/>
        <a:lstStyle/>
        <a:p>
          <a:endParaRPr lang="en-US"/>
        </a:p>
      </dgm:t>
    </dgm:pt>
    <dgm:pt modelId="{EC478035-5DCB-4ED1-969B-1CC823027004}" type="sibTrans" cxnId="{EFDFA4DD-8522-4C8B-B3F8-649391B13967}">
      <dgm:prSet/>
      <dgm:spPr/>
      <dgm:t>
        <a:bodyPr/>
        <a:lstStyle/>
        <a:p>
          <a:endParaRPr lang="en-US"/>
        </a:p>
      </dgm:t>
    </dgm:pt>
    <dgm:pt modelId="{1904F486-9CF0-4157-BA6C-9179BA714504}" type="pres">
      <dgm:prSet presAssocID="{0F3C3EBC-2083-4007-8931-3C16BF3D8DBE}" presName="root" presStyleCnt="0">
        <dgm:presLayoutVars>
          <dgm:dir/>
          <dgm:resizeHandles val="exact"/>
        </dgm:presLayoutVars>
      </dgm:prSet>
      <dgm:spPr/>
    </dgm:pt>
    <dgm:pt modelId="{00F29C5A-A030-4E59-BFC6-67BEFF919FB2}" type="pres">
      <dgm:prSet presAssocID="{2FFBF9CB-75B9-4C4A-BF80-94B745A10776}" presName="compNode" presStyleCnt="0"/>
      <dgm:spPr/>
    </dgm:pt>
    <dgm:pt modelId="{ACD2138B-AF26-4AE2-A37C-A98BA7F8AA27}" type="pres">
      <dgm:prSet presAssocID="{2FFBF9CB-75B9-4C4A-BF80-94B745A10776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563E2E8-F412-41A4-A796-267DB27E5E48}" type="pres">
      <dgm:prSet presAssocID="{2FFBF9CB-75B9-4C4A-BF80-94B745A1077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A22D6DE-1D73-4BF9-821F-171DA51C06F9}" type="pres">
      <dgm:prSet presAssocID="{2FFBF9CB-75B9-4C4A-BF80-94B745A10776}" presName="spaceRect" presStyleCnt="0"/>
      <dgm:spPr/>
    </dgm:pt>
    <dgm:pt modelId="{F91E73C6-7382-4A52-84F5-EFB325900294}" type="pres">
      <dgm:prSet presAssocID="{2FFBF9CB-75B9-4C4A-BF80-94B745A10776}" presName="textRect" presStyleLbl="revTx" presStyleIdx="0" presStyleCnt="5">
        <dgm:presLayoutVars>
          <dgm:chMax val="1"/>
          <dgm:chPref val="1"/>
        </dgm:presLayoutVars>
      </dgm:prSet>
      <dgm:spPr/>
    </dgm:pt>
    <dgm:pt modelId="{59B63BB6-EBB8-4B40-9782-E3337773EBB0}" type="pres">
      <dgm:prSet presAssocID="{FBE4BD1B-C7E9-4DE9-BDBD-CACEC1CAD9D8}" presName="sibTrans" presStyleCnt="0"/>
      <dgm:spPr/>
    </dgm:pt>
    <dgm:pt modelId="{48BF63F3-75C3-4FFB-8582-E75F8A05BAB2}" type="pres">
      <dgm:prSet presAssocID="{49CEBCB3-300A-455E-9DFE-68D8C2FE52B2}" presName="compNode" presStyleCnt="0"/>
      <dgm:spPr/>
    </dgm:pt>
    <dgm:pt modelId="{7612EEA5-6A28-484F-9459-5EF9EADCFA2B}" type="pres">
      <dgm:prSet presAssocID="{49CEBCB3-300A-455E-9DFE-68D8C2FE52B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D063639-FD82-4507-AF12-8EA1F4FFADEA}" type="pres">
      <dgm:prSet presAssocID="{49CEBCB3-300A-455E-9DFE-68D8C2FE52B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97A88A0-CDEB-42A4-B8A8-53AE5089324B}" type="pres">
      <dgm:prSet presAssocID="{49CEBCB3-300A-455E-9DFE-68D8C2FE52B2}" presName="spaceRect" presStyleCnt="0"/>
      <dgm:spPr/>
    </dgm:pt>
    <dgm:pt modelId="{45D2EBCF-B99F-4079-9BC2-6008A5F7F66C}" type="pres">
      <dgm:prSet presAssocID="{49CEBCB3-300A-455E-9DFE-68D8C2FE52B2}" presName="textRect" presStyleLbl="revTx" presStyleIdx="1" presStyleCnt="5">
        <dgm:presLayoutVars>
          <dgm:chMax val="1"/>
          <dgm:chPref val="1"/>
        </dgm:presLayoutVars>
      </dgm:prSet>
      <dgm:spPr/>
    </dgm:pt>
    <dgm:pt modelId="{48DA739C-6511-48C2-9725-2ABFB8B4B4C4}" type="pres">
      <dgm:prSet presAssocID="{8E7BA1BD-46E4-4758-8401-5D032BC84B46}" presName="sibTrans" presStyleCnt="0"/>
      <dgm:spPr/>
    </dgm:pt>
    <dgm:pt modelId="{C17C9E11-1580-4363-AF29-BDF48560A49F}" type="pres">
      <dgm:prSet presAssocID="{EBC626F0-282C-4497-ACA9-DEBCA27C4511}" presName="compNode" presStyleCnt="0"/>
      <dgm:spPr/>
    </dgm:pt>
    <dgm:pt modelId="{2B84F643-2382-4195-BE5C-B306A96BF85E}" type="pres">
      <dgm:prSet presAssocID="{EBC626F0-282C-4497-ACA9-DEBCA27C4511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8B833EB-C8D6-4136-8E7C-486823B8B1BE}" type="pres">
      <dgm:prSet presAssocID="{EBC626F0-282C-4497-ACA9-DEBCA27C451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E936A2F-3C36-4530-8BBB-5656D0C2DB58}" type="pres">
      <dgm:prSet presAssocID="{EBC626F0-282C-4497-ACA9-DEBCA27C4511}" presName="spaceRect" presStyleCnt="0"/>
      <dgm:spPr/>
    </dgm:pt>
    <dgm:pt modelId="{7C56209A-A7F0-4052-910D-F1DC334124E6}" type="pres">
      <dgm:prSet presAssocID="{EBC626F0-282C-4497-ACA9-DEBCA27C4511}" presName="textRect" presStyleLbl="revTx" presStyleIdx="2" presStyleCnt="5">
        <dgm:presLayoutVars>
          <dgm:chMax val="1"/>
          <dgm:chPref val="1"/>
        </dgm:presLayoutVars>
      </dgm:prSet>
      <dgm:spPr/>
    </dgm:pt>
    <dgm:pt modelId="{0CDDECE5-92CE-4B07-8824-0C82A17DCE48}" type="pres">
      <dgm:prSet presAssocID="{CFC91CF7-CF63-411E-8257-D773D67152B5}" presName="sibTrans" presStyleCnt="0"/>
      <dgm:spPr/>
    </dgm:pt>
    <dgm:pt modelId="{CB4B923D-2773-4F52-9AA2-3CB4063BAC84}" type="pres">
      <dgm:prSet presAssocID="{908B1237-8DD7-4E01-B282-AD6D3411F69D}" presName="compNode" presStyleCnt="0"/>
      <dgm:spPr/>
    </dgm:pt>
    <dgm:pt modelId="{783532CE-929A-43DC-B96D-D1256AEE4C41}" type="pres">
      <dgm:prSet presAssocID="{908B1237-8DD7-4E01-B282-AD6D3411F69D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FD9AE5E-7328-499D-AC04-36C9B29688BE}" type="pres">
      <dgm:prSet presAssocID="{908B1237-8DD7-4E01-B282-AD6D3411F69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3DC1F12-500B-426A-8508-46AD4DC9D0D8}" type="pres">
      <dgm:prSet presAssocID="{908B1237-8DD7-4E01-B282-AD6D3411F69D}" presName="spaceRect" presStyleCnt="0"/>
      <dgm:spPr/>
    </dgm:pt>
    <dgm:pt modelId="{DE17A372-0F60-4C68-AC90-15CCDEA638EE}" type="pres">
      <dgm:prSet presAssocID="{908B1237-8DD7-4E01-B282-AD6D3411F69D}" presName="textRect" presStyleLbl="revTx" presStyleIdx="3" presStyleCnt="5">
        <dgm:presLayoutVars>
          <dgm:chMax val="1"/>
          <dgm:chPref val="1"/>
        </dgm:presLayoutVars>
      </dgm:prSet>
      <dgm:spPr/>
    </dgm:pt>
    <dgm:pt modelId="{4F8CBFC6-7EC8-44AD-9F30-2043EE24DD5A}" type="pres">
      <dgm:prSet presAssocID="{69BBA1FA-6208-4A06-860D-926CF75F6B31}" presName="sibTrans" presStyleCnt="0"/>
      <dgm:spPr/>
    </dgm:pt>
    <dgm:pt modelId="{8169B2DE-D50C-4EA6-841C-6FD19DB7A05B}" type="pres">
      <dgm:prSet presAssocID="{0C1311CB-6721-4D6C-925D-E212F2E17374}" presName="compNode" presStyleCnt="0"/>
      <dgm:spPr/>
    </dgm:pt>
    <dgm:pt modelId="{9F0D764D-64EB-4526-BD9C-D5805E8AE285}" type="pres">
      <dgm:prSet presAssocID="{0C1311CB-6721-4D6C-925D-E212F2E1737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76810A4-5CB7-4A1A-B35E-F7BCC6AFF052}" type="pres">
      <dgm:prSet presAssocID="{0C1311CB-6721-4D6C-925D-E212F2E1737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F5137C6-89E3-4586-B218-59FD49F8976B}" type="pres">
      <dgm:prSet presAssocID="{0C1311CB-6721-4D6C-925D-E212F2E17374}" presName="spaceRect" presStyleCnt="0"/>
      <dgm:spPr/>
    </dgm:pt>
    <dgm:pt modelId="{B854E42D-7C25-4A85-941A-629EBD9E6B2F}" type="pres">
      <dgm:prSet presAssocID="{0C1311CB-6721-4D6C-925D-E212F2E1737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C75B508-FFB9-44E9-8746-14A4C8070B14}" type="presOf" srcId="{EBC626F0-282C-4497-ACA9-DEBCA27C4511}" destId="{7C56209A-A7F0-4052-910D-F1DC334124E6}" srcOrd="0" destOrd="0" presId="urn:microsoft.com/office/officeart/2018/5/layout/IconLeafLabelList"/>
    <dgm:cxn modelId="{2FFF3D25-74C4-4384-B85A-1C8C03A485A3}" type="presOf" srcId="{0C1311CB-6721-4D6C-925D-E212F2E17374}" destId="{B854E42D-7C25-4A85-941A-629EBD9E6B2F}" srcOrd="0" destOrd="0" presId="urn:microsoft.com/office/officeart/2018/5/layout/IconLeafLabelList"/>
    <dgm:cxn modelId="{C773923D-9A1F-423F-839B-3E0D0CFC14AD}" srcId="{0F3C3EBC-2083-4007-8931-3C16BF3D8DBE}" destId="{908B1237-8DD7-4E01-B282-AD6D3411F69D}" srcOrd="3" destOrd="0" parTransId="{01775680-744C-4CFF-BBEB-9274C4BEA14B}" sibTransId="{69BBA1FA-6208-4A06-860D-926CF75F6B31}"/>
    <dgm:cxn modelId="{B7467969-8C7E-49AC-9A75-9C1C9307CFC6}" type="presOf" srcId="{49CEBCB3-300A-455E-9DFE-68D8C2FE52B2}" destId="{45D2EBCF-B99F-4079-9BC2-6008A5F7F66C}" srcOrd="0" destOrd="0" presId="urn:microsoft.com/office/officeart/2018/5/layout/IconLeafLabelList"/>
    <dgm:cxn modelId="{1DAFED5A-904D-4C3D-8FD4-5F4BD17C17D0}" type="presOf" srcId="{2FFBF9CB-75B9-4C4A-BF80-94B745A10776}" destId="{F91E73C6-7382-4A52-84F5-EFB325900294}" srcOrd="0" destOrd="0" presId="urn:microsoft.com/office/officeart/2018/5/layout/IconLeafLabelList"/>
    <dgm:cxn modelId="{C7CA6E83-1D86-453F-94E6-95F29BE8F76D}" srcId="{0F3C3EBC-2083-4007-8931-3C16BF3D8DBE}" destId="{49CEBCB3-300A-455E-9DFE-68D8C2FE52B2}" srcOrd="1" destOrd="0" parTransId="{B6B08475-ED92-4C24-B365-1EC99085252D}" sibTransId="{8E7BA1BD-46E4-4758-8401-5D032BC84B46}"/>
    <dgm:cxn modelId="{FD104A92-B4C6-4B5A-AF4A-97BDE89596AB}" srcId="{0F3C3EBC-2083-4007-8931-3C16BF3D8DBE}" destId="{EBC626F0-282C-4497-ACA9-DEBCA27C4511}" srcOrd="2" destOrd="0" parTransId="{90A5BDFD-9DD6-4789-A911-5CBDDB5E12A6}" sibTransId="{CFC91CF7-CF63-411E-8257-D773D67152B5}"/>
    <dgm:cxn modelId="{CD414CAF-9C7F-4BED-981F-3C55F2264B08}" type="presOf" srcId="{908B1237-8DD7-4E01-B282-AD6D3411F69D}" destId="{DE17A372-0F60-4C68-AC90-15CCDEA638EE}" srcOrd="0" destOrd="0" presId="urn:microsoft.com/office/officeart/2018/5/layout/IconLeafLabelList"/>
    <dgm:cxn modelId="{1F47F7C6-D724-4931-A404-869D41ED5D22}" srcId="{0F3C3EBC-2083-4007-8931-3C16BF3D8DBE}" destId="{2FFBF9CB-75B9-4C4A-BF80-94B745A10776}" srcOrd="0" destOrd="0" parTransId="{DDB1B6D9-CD4C-4193-892F-C4E2D71E4F73}" sibTransId="{FBE4BD1B-C7E9-4DE9-BDBD-CACEC1CAD9D8}"/>
    <dgm:cxn modelId="{EFDFA4DD-8522-4C8B-B3F8-649391B13967}" srcId="{0F3C3EBC-2083-4007-8931-3C16BF3D8DBE}" destId="{0C1311CB-6721-4D6C-925D-E212F2E17374}" srcOrd="4" destOrd="0" parTransId="{8A183CBB-EE14-4F67-A3DE-4A907671BEC9}" sibTransId="{EC478035-5DCB-4ED1-969B-1CC823027004}"/>
    <dgm:cxn modelId="{FA95C2DF-DEA7-4115-A0DE-745FC748499C}" type="presOf" srcId="{0F3C3EBC-2083-4007-8931-3C16BF3D8DBE}" destId="{1904F486-9CF0-4157-BA6C-9179BA714504}" srcOrd="0" destOrd="0" presId="urn:microsoft.com/office/officeart/2018/5/layout/IconLeafLabelList"/>
    <dgm:cxn modelId="{EC567811-850B-4BAA-B5D7-96D96B2BDE7C}" type="presParOf" srcId="{1904F486-9CF0-4157-BA6C-9179BA714504}" destId="{00F29C5A-A030-4E59-BFC6-67BEFF919FB2}" srcOrd="0" destOrd="0" presId="urn:microsoft.com/office/officeart/2018/5/layout/IconLeafLabelList"/>
    <dgm:cxn modelId="{3FAFCA9F-80B2-463F-B5C8-A61F920557D1}" type="presParOf" srcId="{00F29C5A-A030-4E59-BFC6-67BEFF919FB2}" destId="{ACD2138B-AF26-4AE2-A37C-A98BA7F8AA27}" srcOrd="0" destOrd="0" presId="urn:microsoft.com/office/officeart/2018/5/layout/IconLeafLabelList"/>
    <dgm:cxn modelId="{EE1B7C1D-B7FF-4FFF-8D1D-89B971B85618}" type="presParOf" srcId="{00F29C5A-A030-4E59-BFC6-67BEFF919FB2}" destId="{F563E2E8-F412-41A4-A796-267DB27E5E48}" srcOrd="1" destOrd="0" presId="urn:microsoft.com/office/officeart/2018/5/layout/IconLeafLabelList"/>
    <dgm:cxn modelId="{46DC350D-3787-4CBE-9B80-8A7523A7D12A}" type="presParOf" srcId="{00F29C5A-A030-4E59-BFC6-67BEFF919FB2}" destId="{BA22D6DE-1D73-4BF9-821F-171DA51C06F9}" srcOrd="2" destOrd="0" presId="urn:microsoft.com/office/officeart/2018/5/layout/IconLeafLabelList"/>
    <dgm:cxn modelId="{AFE00AEF-5744-4A3E-AE5C-59100B93D195}" type="presParOf" srcId="{00F29C5A-A030-4E59-BFC6-67BEFF919FB2}" destId="{F91E73C6-7382-4A52-84F5-EFB325900294}" srcOrd="3" destOrd="0" presId="urn:microsoft.com/office/officeart/2018/5/layout/IconLeafLabelList"/>
    <dgm:cxn modelId="{58436C34-55F6-41C9-8C87-FF2E22859F3A}" type="presParOf" srcId="{1904F486-9CF0-4157-BA6C-9179BA714504}" destId="{59B63BB6-EBB8-4B40-9782-E3337773EBB0}" srcOrd="1" destOrd="0" presId="urn:microsoft.com/office/officeart/2018/5/layout/IconLeafLabelList"/>
    <dgm:cxn modelId="{97935D5B-2B9F-4780-921A-578A57247D8B}" type="presParOf" srcId="{1904F486-9CF0-4157-BA6C-9179BA714504}" destId="{48BF63F3-75C3-4FFB-8582-E75F8A05BAB2}" srcOrd="2" destOrd="0" presId="urn:microsoft.com/office/officeart/2018/5/layout/IconLeafLabelList"/>
    <dgm:cxn modelId="{F3B6AF82-6373-436C-804E-3926774D35EF}" type="presParOf" srcId="{48BF63F3-75C3-4FFB-8582-E75F8A05BAB2}" destId="{7612EEA5-6A28-484F-9459-5EF9EADCFA2B}" srcOrd="0" destOrd="0" presId="urn:microsoft.com/office/officeart/2018/5/layout/IconLeafLabelList"/>
    <dgm:cxn modelId="{8003E7E1-4371-4AA4-B8D5-27A2D779014A}" type="presParOf" srcId="{48BF63F3-75C3-4FFB-8582-E75F8A05BAB2}" destId="{6D063639-FD82-4507-AF12-8EA1F4FFADEA}" srcOrd="1" destOrd="0" presId="urn:microsoft.com/office/officeart/2018/5/layout/IconLeafLabelList"/>
    <dgm:cxn modelId="{3A510E8F-21E6-46D4-BF8E-FF145CD8AD12}" type="presParOf" srcId="{48BF63F3-75C3-4FFB-8582-E75F8A05BAB2}" destId="{F97A88A0-CDEB-42A4-B8A8-53AE5089324B}" srcOrd="2" destOrd="0" presId="urn:microsoft.com/office/officeart/2018/5/layout/IconLeafLabelList"/>
    <dgm:cxn modelId="{1DB0DEED-EB5B-4661-A0C7-F1EA6A8B45E3}" type="presParOf" srcId="{48BF63F3-75C3-4FFB-8582-E75F8A05BAB2}" destId="{45D2EBCF-B99F-4079-9BC2-6008A5F7F66C}" srcOrd="3" destOrd="0" presId="urn:microsoft.com/office/officeart/2018/5/layout/IconLeafLabelList"/>
    <dgm:cxn modelId="{6EBFF01C-9798-47D9-9163-516B184DACC0}" type="presParOf" srcId="{1904F486-9CF0-4157-BA6C-9179BA714504}" destId="{48DA739C-6511-48C2-9725-2ABFB8B4B4C4}" srcOrd="3" destOrd="0" presId="urn:microsoft.com/office/officeart/2018/5/layout/IconLeafLabelList"/>
    <dgm:cxn modelId="{C3BD25F3-806E-4A37-9BB3-CCDD07F5C8B0}" type="presParOf" srcId="{1904F486-9CF0-4157-BA6C-9179BA714504}" destId="{C17C9E11-1580-4363-AF29-BDF48560A49F}" srcOrd="4" destOrd="0" presId="urn:microsoft.com/office/officeart/2018/5/layout/IconLeafLabelList"/>
    <dgm:cxn modelId="{1905288F-096A-4910-84C0-05466CF7E770}" type="presParOf" srcId="{C17C9E11-1580-4363-AF29-BDF48560A49F}" destId="{2B84F643-2382-4195-BE5C-B306A96BF85E}" srcOrd="0" destOrd="0" presId="urn:microsoft.com/office/officeart/2018/5/layout/IconLeafLabelList"/>
    <dgm:cxn modelId="{08EC74E8-DCD6-40BC-9CEB-C4DE66FCB6EC}" type="presParOf" srcId="{C17C9E11-1580-4363-AF29-BDF48560A49F}" destId="{58B833EB-C8D6-4136-8E7C-486823B8B1BE}" srcOrd="1" destOrd="0" presId="urn:microsoft.com/office/officeart/2018/5/layout/IconLeafLabelList"/>
    <dgm:cxn modelId="{0E25229A-E70F-42C6-8699-CD96AE103DA3}" type="presParOf" srcId="{C17C9E11-1580-4363-AF29-BDF48560A49F}" destId="{8E936A2F-3C36-4530-8BBB-5656D0C2DB58}" srcOrd="2" destOrd="0" presId="urn:microsoft.com/office/officeart/2018/5/layout/IconLeafLabelList"/>
    <dgm:cxn modelId="{9B2BB4AD-F6A3-4CCE-9223-2AD44127C9B8}" type="presParOf" srcId="{C17C9E11-1580-4363-AF29-BDF48560A49F}" destId="{7C56209A-A7F0-4052-910D-F1DC334124E6}" srcOrd="3" destOrd="0" presId="urn:microsoft.com/office/officeart/2018/5/layout/IconLeafLabelList"/>
    <dgm:cxn modelId="{7D3331B2-32C0-4404-9238-201110CFF8F3}" type="presParOf" srcId="{1904F486-9CF0-4157-BA6C-9179BA714504}" destId="{0CDDECE5-92CE-4B07-8824-0C82A17DCE48}" srcOrd="5" destOrd="0" presId="urn:microsoft.com/office/officeart/2018/5/layout/IconLeafLabelList"/>
    <dgm:cxn modelId="{79E65B4E-4480-4AF4-9546-5D65EF5CDE0C}" type="presParOf" srcId="{1904F486-9CF0-4157-BA6C-9179BA714504}" destId="{CB4B923D-2773-4F52-9AA2-3CB4063BAC84}" srcOrd="6" destOrd="0" presId="urn:microsoft.com/office/officeart/2018/5/layout/IconLeafLabelList"/>
    <dgm:cxn modelId="{0190BB76-1A01-462E-A5D1-7163371E09C1}" type="presParOf" srcId="{CB4B923D-2773-4F52-9AA2-3CB4063BAC84}" destId="{783532CE-929A-43DC-B96D-D1256AEE4C41}" srcOrd="0" destOrd="0" presId="urn:microsoft.com/office/officeart/2018/5/layout/IconLeafLabelList"/>
    <dgm:cxn modelId="{DC64EE0C-B6A4-4860-A888-9570EB897203}" type="presParOf" srcId="{CB4B923D-2773-4F52-9AA2-3CB4063BAC84}" destId="{1FD9AE5E-7328-499D-AC04-36C9B29688BE}" srcOrd="1" destOrd="0" presId="urn:microsoft.com/office/officeart/2018/5/layout/IconLeafLabelList"/>
    <dgm:cxn modelId="{0587B4A0-22B9-4D85-AE15-B8C4A6C2C76E}" type="presParOf" srcId="{CB4B923D-2773-4F52-9AA2-3CB4063BAC84}" destId="{F3DC1F12-500B-426A-8508-46AD4DC9D0D8}" srcOrd="2" destOrd="0" presId="urn:microsoft.com/office/officeart/2018/5/layout/IconLeafLabelList"/>
    <dgm:cxn modelId="{8B67CD55-D17D-4363-849B-44EBC7B6E2A9}" type="presParOf" srcId="{CB4B923D-2773-4F52-9AA2-3CB4063BAC84}" destId="{DE17A372-0F60-4C68-AC90-15CCDEA638EE}" srcOrd="3" destOrd="0" presId="urn:microsoft.com/office/officeart/2018/5/layout/IconLeafLabelList"/>
    <dgm:cxn modelId="{88D06829-27FB-4163-8555-665E92C44B68}" type="presParOf" srcId="{1904F486-9CF0-4157-BA6C-9179BA714504}" destId="{4F8CBFC6-7EC8-44AD-9F30-2043EE24DD5A}" srcOrd="7" destOrd="0" presId="urn:microsoft.com/office/officeart/2018/5/layout/IconLeafLabelList"/>
    <dgm:cxn modelId="{487E7CEB-500A-4194-A1E5-1239652E04A4}" type="presParOf" srcId="{1904F486-9CF0-4157-BA6C-9179BA714504}" destId="{8169B2DE-D50C-4EA6-841C-6FD19DB7A05B}" srcOrd="8" destOrd="0" presId="urn:microsoft.com/office/officeart/2018/5/layout/IconLeafLabelList"/>
    <dgm:cxn modelId="{F99088A1-DA80-45D2-823D-6BDBDABDA377}" type="presParOf" srcId="{8169B2DE-D50C-4EA6-841C-6FD19DB7A05B}" destId="{9F0D764D-64EB-4526-BD9C-D5805E8AE285}" srcOrd="0" destOrd="0" presId="urn:microsoft.com/office/officeart/2018/5/layout/IconLeafLabelList"/>
    <dgm:cxn modelId="{2AEA37D5-159F-4A03-B524-A9050FC3BA6D}" type="presParOf" srcId="{8169B2DE-D50C-4EA6-841C-6FD19DB7A05B}" destId="{E76810A4-5CB7-4A1A-B35E-F7BCC6AFF052}" srcOrd="1" destOrd="0" presId="urn:microsoft.com/office/officeart/2018/5/layout/IconLeafLabelList"/>
    <dgm:cxn modelId="{715C0309-2676-4CCD-9E48-2B00437FE936}" type="presParOf" srcId="{8169B2DE-D50C-4EA6-841C-6FD19DB7A05B}" destId="{BF5137C6-89E3-4586-B218-59FD49F8976B}" srcOrd="2" destOrd="0" presId="urn:microsoft.com/office/officeart/2018/5/layout/IconLeafLabelList"/>
    <dgm:cxn modelId="{9A4C2671-B0FB-4B6A-AA71-9C67A87DC883}" type="presParOf" srcId="{8169B2DE-D50C-4EA6-841C-6FD19DB7A05B}" destId="{B854E42D-7C25-4A85-941A-629EBD9E6B2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B203CE-A466-41F0-8FA4-BDA517B506B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EA4541-6FFD-473D-B3D4-7EE179CDB51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400">
              <a:solidFill>
                <a:srgbClr val="FFFFFF"/>
              </a:solidFill>
              <a:latin typeface="Aptos"/>
              <a:ea typeface="+mn-ea"/>
              <a:cs typeface="+mn-cs"/>
            </a:rPr>
            <a:t>Level Designing</a:t>
          </a:r>
        </a:p>
      </dgm:t>
    </dgm:pt>
    <dgm:pt modelId="{C7C6DEA0-963F-48A9-9617-B97F97BFC265}" type="parTrans" cxnId="{8BBDD4A8-5DDB-43C8-896D-6446A38FD11C}">
      <dgm:prSet/>
      <dgm:spPr/>
      <dgm:t>
        <a:bodyPr/>
        <a:lstStyle/>
        <a:p>
          <a:endParaRPr lang="en-US"/>
        </a:p>
      </dgm:t>
    </dgm:pt>
    <dgm:pt modelId="{D4CB9084-96C3-44A3-A2BB-EA95E0EF478A}" type="sibTrans" cxnId="{8BBDD4A8-5DDB-43C8-896D-6446A38FD11C}">
      <dgm:prSet/>
      <dgm:spPr/>
      <dgm:t>
        <a:bodyPr/>
        <a:lstStyle/>
        <a:p>
          <a:endParaRPr lang="en-US"/>
        </a:p>
      </dgm:t>
    </dgm:pt>
    <dgm:pt modelId="{3B40B72F-8611-4DCE-8AD9-FD6EEC2BB88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4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Enemy controls</a:t>
          </a:r>
        </a:p>
      </dgm:t>
    </dgm:pt>
    <dgm:pt modelId="{0DD3625C-DA92-4556-810E-338FFCCA58B7}" type="parTrans" cxnId="{1F2D8FFD-77C0-458E-8E27-0BC07C4E05CB}">
      <dgm:prSet/>
      <dgm:spPr/>
      <dgm:t>
        <a:bodyPr/>
        <a:lstStyle/>
        <a:p>
          <a:endParaRPr lang="en-US"/>
        </a:p>
      </dgm:t>
    </dgm:pt>
    <dgm:pt modelId="{0C772856-134F-43B5-8475-191F0AC033CD}" type="sibTrans" cxnId="{1F2D8FFD-77C0-458E-8E27-0BC07C4E05CB}">
      <dgm:prSet/>
      <dgm:spPr/>
      <dgm:t>
        <a:bodyPr/>
        <a:lstStyle/>
        <a:p>
          <a:endParaRPr lang="en-US"/>
        </a:p>
      </dgm:t>
    </dgm:pt>
    <dgm:pt modelId="{0AA675AA-A38C-4E42-8858-4B5968E9883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4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Boundary logic</a:t>
          </a:r>
        </a:p>
      </dgm:t>
    </dgm:pt>
    <dgm:pt modelId="{2A98E41A-78C6-4E87-8D44-1B398CA586C5}" type="parTrans" cxnId="{C5ACAE2D-0924-485C-AAED-EA81D518A9BA}">
      <dgm:prSet/>
      <dgm:spPr/>
      <dgm:t>
        <a:bodyPr/>
        <a:lstStyle/>
        <a:p>
          <a:endParaRPr lang="en-US"/>
        </a:p>
      </dgm:t>
    </dgm:pt>
    <dgm:pt modelId="{94E161F0-829F-4E78-BF79-09F4E249CAE6}" type="sibTrans" cxnId="{C5ACAE2D-0924-485C-AAED-EA81D518A9BA}">
      <dgm:prSet/>
      <dgm:spPr/>
      <dgm:t>
        <a:bodyPr/>
        <a:lstStyle/>
        <a:p>
          <a:endParaRPr lang="en-US"/>
        </a:p>
      </dgm:t>
    </dgm:pt>
    <dgm:pt modelId="{9D3BB28C-9A80-4905-9F14-6AA60C5BAC17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4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Background/Visuals</a:t>
          </a:r>
        </a:p>
      </dgm:t>
    </dgm:pt>
    <dgm:pt modelId="{AB911632-3E71-438C-8BDC-F02CA8B69640}" type="parTrans" cxnId="{8CFDBB3F-1657-4BE4-9AF4-9C4ACAB54DB2}">
      <dgm:prSet/>
      <dgm:spPr/>
      <dgm:t>
        <a:bodyPr/>
        <a:lstStyle/>
        <a:p>
          <a:endParaRPr lang="en-US"/>
        </a:p>
      </dgm:t>
    </dgm:pt>
    <dgm:pt modelId="{984A285F-58F6-4AF5-BA26-C8A381D2DA20}" type="sibTrans" cxnId="{8CFDBB3F-1657-4BE4-9AF4-9C4ACAB54DB2}">
      <dgm:prSet/>
      <dgm:spPr/>
      <dgm:t>
        <a:bodyPr/>
        <a:lstStyle/>
        <a:p>
          <a:endParaRPr lang="en-US"/>
        </a:p>
      </dgm:t>
    </dgm:pt>
    <dgm:pt modelId="{49BFB53F-026F-4EE5-BCD3-F76296457CA7}" type="pres">
      <dgm:prSet presAssocID="{E8B203CE-A466-41F0-8FA4-BDA517B506BD}" presName="linear" presStyleCnt="0">
        <dgm:presLayoutVars>
          <dgm:dir/>
          <dgm:animLvl val="lvl"/>
          <dgm:resizeHandles val="exact"/>
        </dgm:presLayoutVars>
      </dgm:prSet>
      <dgm:spPr/>
    </dgm:pt>
    <dgm:pt modelId="{6B1519DC-C3D7-4E93-90C0-7ED207D35F0C}" type="pres">
      <dgm:prSet presAssocID="{17EA4541-6FFD-473D-B3D4-7EE179CDB515}" presName="parentLin" presStyleCnt="0"/>
      <dgm:spPr/>
    </dgm:pt>
    <dgm:pt modelId="{9CD72E99-02AC-4283-A93C-C50E9C8B38F0}" type="pres">
      <dgm:prSet presAssocID="{17EA4541-6FFD-473D-B3D4-7EE179CDB515}" presName="parentLeftMargin" presStyleLbl="node1" presStyleIdx="0" presStyleCnt="4"/>
      <dgm:spPr/>
    </dgm:pt>
    <dgm:pt modelId="{E450E10A-9122-4DC4-9A7D-A857F037D95F}" type="pres">
      <dgm:prSet presAssocID="{17EA4541-6FFD-473D-B3D4-7EE179CDB5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89D5D1-AEFD-4901-8C97-7D63720541B5}" type="pres">
      <dgm:prSet presAssocID="{17EA4541-6FFD-473D-B3D4-7EE179CDB515}" presName="negativeSpace" presStyleCnt="0"/>
      <dgm:spPr/>
    </dgm:pt>
    <dgm:pt modelId="{509D5AEB-B970-4866-B63E-FAB446373FBA}" type="pres">
      <dgm:prSet presAssocID="{17EA4541-6FFD-473D-B3D4-7EE179CDB515}" presName="childText" presStyleLbl="conFgAcc1" presStyleIdx="0" presStyleCnt="4">
        <dgm:presLayoutVars>
          <dgm:bulletEnabled val="1"/>
        </dgm:presLayoutVars>
      </dgm:prSet>
      <dgm:spPr/>
    </dgm:pt>
    <dgm:pt modelId="{825DC2B0-B262-4810-88FB-5131210E9A7B}" type="pres">
      <dgm:prSet presAssocID="{D4CB9084-96C3-44A3-A2BB-EA95E0EF478A}" presName="spaceBetweenRectangles" presStyleCnt="0"/>
      <dgm:spPr/>
    </dgm:pt>
    <dgm:pt modelId="{CEFBCFC7-81DB-4B16-8DD0-405604B7CB7E}" type="pres">
      <dgm:prSet presAssocID="{3B40B72F-8611-4DCE-8AD9-FD6EEC2BB889}" presName="parentLin" presStyleCnt="0"/>
      <dgm:spPr/>
    </dgm:pt>
    <dgm:pt modelId="{E08B2706-7894-438E-8BEA-C850D3E9DC73}" type="pres">
      <dgm:prSet presAssocID="{3B40B72F-8611-4DCE-8AD9-FD6EEC2BB889}" presName="parentLeftMargin" presStyleLbl="node1" presStyleIdx="0" presStyleCnt="4"/>
      <dgm:spPr/>
    </dgm:pt>
    <dgm:pt modelId="{2FF2956F-2C0E-4A03-912F-0562769999BA}" type="pres">
      <dgm:prSet presAssocID="{3B40B72F-8611-4DCE-8AD9-FD6EEC2BB8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F6DC51-4067-4575-88D2-07025D456F44}" type="pres">
      <dgm:prSet presAssocID="{3B40B72F-8611-4DCE-8AD9-FD6EEC2BB889}" presName="negativeSpace" presStyleCnt="0"/>
      <dgm:spPr/>
    </dgm:pt>
    <dgm:pt modelId="{F991A22B-F474-4109-B1C1-45A09D848985}" type="pres">
      <dgm:prSet presAssocID="{3B40B72F-8611-4DCE-8AD9-FD6EEC2BB889}" presName="childText" presStyleLbl="conFgAcc1" presStyleIdx="1" presStyleCnt="4">
        <dgm:presLayoutVars>
          <dgm:bulletEnabled val="1"/>
        </dgm:presLayoutVars>
      </dgm:prSet>
      <dgm:spPr/>
    </dgm:pt>
    <dgm:pt modelId="{F66BF990-EF13-469E-92C8-C6BD3E4F1DE9}" type="pres">
      <dgm:prSet presAssocID="{0C772856-134F-43B5-8475-191F0AC033CD}" presName="spaceBetweenRectangles" presStyleCnt="0"/>
      <dgm:spPr/>
    </dgm:pt>
    <dgm:pt modelId="{A8B21800-6549-4603-A772-B5F9DDF14E59}" type="pres">
      <dgm:prSet presAssocID="{0AA675AA-A38C-4E42-8858-4B5968E9883B}" presName="parentLin" presStyleCnt="0"/>
      <dgm:spPr/>
    </dgm:pt>
    <dgm:pt modelId="{02BA704E-7728-4FE3-9990-5021565BCDD6}" type="pres">
      <dgm:prSet presAssocID="{0AA675AA-A38C-4E42-8858-4B5968E9883B}" presName="parentLeftMargin" presStyleLbl="node1" presStyleIdx="1" presStyleCnt="4"/>
      <dgm:spPr/>
    </dgm:pt>
    <dgm:pt modelId="{4C2116F5-BEE5-4CBC-B7F4-8D7D5B1EC165}" type="pres">
      <dgm:prSet presAssocID="{0AA675AA-A38C-4E42-8858-4B5968E9883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C8BE62-98A7-4686-88E5-36FFCA64DB50}" type="pres">
      <dgm:prSet presAssocID="{0AA675AA-A38C-4E42-8858-4B5968E9883B}" presName="negativeSpace" presStyleCnt="0"/>
      <dgm:spPr/>
    </dgm:pt>
    <dgm:pt modelId="{44169C18-6C20-4DE8-AFC4-9EEEC7A3798F}" type="pres">
      <dgm:prSet presAssocID="{0AA675AA-A38C-4E42-8858-4B5968E9883B}" presName="childText" presStyleLbl="conFgAcc1" presStyleIdx="2" presStyleCnt="4">
        <dgm:presLayoutVars>
          <dgm:bulletEnabled val="1"/>
        </dgm:presLayoutVars>
      </dgm:prSet>
      <dgm:spPr/>
    </dgm:pt>
    <dgm:pt modelId="{222EB90E-6AD9-46E6-815E-E014D618102B}" type="pres">
      <dgm:prSet presAssocID="{94E161F0-829F-4E78-BF79-09F4E249CAE6}" presName="spaceBetweenRectangles" presStyleCnt="0"/>
      <dgm:spPr/>
    </dgm:pt>
    <dgm:pt modelId="{22574A32-2E3D-46C1-9983-0E963AD35C71}" type="pres">
      <dgm:prSet presAssocID="{9D3BB28C-9A80-4905-9F14-6AA60C5BAC17}" presName="parentLin" presStyleCnt="0"/>
      <dgm:spPr/>
    </dgm:pt>
    <dgm:pt modelId="{F6DEAF73-FA99-44A7-B592-4F4471B44DE0}" type="pres">
      <dgm:prSet presAssocID="{9D3BB28C-9A80-4905-9F14-6AA60C5BAC17}" presName="parentLeftMargin" presStyleLbl="node1" presStyleIdx="2" presStyleCnt="4"/>
      <dgm:spPr/>
    </dgm:pt>
    <dgm:pt modelId="{D774A79C-13A9-4FF7-A5A1-E1B137425DCE}" type="pres">
      <dgm:prSet presAssocID="{9D3BB28C-9A80-4905-9F14-6AA60C5BAC1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03AA651-35F8-4ABA-97C0-92C3232CE61F}" type="pres">
      <dgm:prSet presAssocID="{9D3BB28C-9A80-4905-9F14-6AA60C5BAC17}" presName="negativeSpace" presStyleCnt="0"/>
      <dgm:spPr/>
    </dgm:pt>
    <dgm:pt modelId="{B78312E6-EDF6-4403-9FAF-A43013CA6367}" type="pres">
      <dgm:prSet presAssocID="{9D3BB28C-9A80-4905-9F14-6AA60C5BAC1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1697025-9D63-4194-8334-8344F0CEB4B1}" type="presOf" srcId="{0AA675AA-A38C-4E42-8858-4B5968E9883B}" destId="{02BA704E-7728-4FE3-9990-5021565BCDD6}" srcOrd="0" destOrd="0" presId="urn:microsoft.com/office/officeart/2005/8/layout/list1"/>
    <dgm:cxn modelId="{C5ACAE2D-0924-485C-AAED-EA81D518A9BA}" srcId="{E8B203CE-A466-41F0-8FA4-BDA517B506BD}" destId="{0AA675AA-A38C-4E42-8858-4B5968E9883B}" srcOrd="2" destOrd="0" parTransId="{2A98E41A-78C6-4E87-8D44-1B398CA586C5}" sibTransId="{94E161F0-829F-4E78-BF79-09F4E249CAE6}"/>
    <dgm:cxn modelId="{FD033334-36BD-4B40-9194-D1B4A676AF5B}" type="presOf" srcId="{17EA4541-6FFD-473D-B3D4-7EE179CDB515}" destId="{E450E10A-9122-4DC4-9A7D-A857F037D95F}" srcOrd="1" destOrd="0" presId="urn:microsoft.com/office/officeart/2005/8/layout/list1"/>
    <dgm:cxn modelId="{8CFDBB3F-1657-4BE4-9AF4-9C4ACAB54DB2}" srcId="{E8B203CE-A466-41F0-8FA4-BDA517B506BD}" destId="{9D3BB28C-9A80-4905-9F14-6AA60C5BAC17}" srcOrd="3" destOrd="0" parTransId="{AB911632-3E71-438C-8BDC-F02CA8B69640}" sibTransId="{984A285F-58F6-4AF5-BA26-C8A381D2DA20}"/>
    <dgm:cxn modelId="{E3CC5574-C463-4E89-9A95-0FC945E38196}" type="presOf" srcId="{0AA675AA-A38C-4E42-8858-4B5968E9883B}" destId="{4C2116F5-BEE5-4CBC-B7F4-8D7D5B1EC165}" srcOrd="1" destOrd="0" presId="urn:microsoft.com/office/officeart/2005/8/layout/list1"/>
    <dgm:cxn modelId="{1DEC0A79-4809-48D5-921F-9F0A3FFE8083}" type="presOf" srcId="{E8B203CE-A466-41F0-8FA4-BDA517B506BD}" destId="{49BFB53F-026F-4EE5-BCD3-F76296457CA7}" srcOrd="0" destOrd="0" presId="urn:microsoft.com/office/officeart/2005/8/layout/list1"/>
    <dgm:cxn modelId="{43C8D88A-050F-44DA-902E-25459E9ECE45}" type="presOf" srcId="{3B40B72F-8611-4DCE-8AD9-FD6EEC2BB889}" destId="{E08B2706-7894-438E-8BEA-C850D3E9DC73}" srcOrd="0" destOrd="0" presId="urn:microsoft.com/office/officeart/2005/8/layout/list1"/>
    <dgm:cxn modelId="{52C5C3A6-4923-496F-8F0A-E74FFC0AE367}" type="presOf" srcId="{3B40B72F-8611-4DCE-8AD9-FD6EEC2BB889}" destId="{2FF2956F-2C0E-4A03-912F-0562769999BA}" srcOrd="1" destOrd="0" presId="urn:microsoft.com/office/officeart/2005/8/layout/list1"/>
    <dgm:cxn modelId="{8BBDD4A8-5DDB-43C8-896D-6446A38FD11C}" srcId="{E8B203CE-A466-41F0-8FA4-BDA517B506BD}" destId="{17EA4541-6FFD-473D-B3D4-7EE179CDB515}" srcOrd="0" destOrd="0" parTransId="{C7C6DEA0-963F-48A9-9617-B97F97BFC265}" sibTransId="{D4CB9084-96C3-44A3-A2BB-EA95E0EF478A}"/>
    <dgm:cxn modelId="{059254C3-B4EE-45BB-8343-6EAA5B56141F}" type="presOf" srcId="{17EA4541-6FFD-473D-B3D4-7EE179CDB515}" destId="{9CD72E99-02AC-4283-A93C-C50E9C8B38F0}" srcOrd="0" destOrd="0" presId="urn:microsoft.com/office/officeart/2005/8/layout/list1"/>
    <dgm:cxn modelId="{1FE336C9-040D-49E1-85D4-490890122AA1}" type="presOf" srcId="{9D3BB28C-9A80-4905-9F14-6AA60C5BAC17}" destId="{D774A79C-13A9-4FF7-A5A1-E1B137425DCE}" srcOrd="1" destOrd="0" presId="urn:microsoft.com/office/officeart/2005/8/layout/list1"/>
    <dgm:cxn modelId="{54B795E8-1E8B-4C3C-9D21-7E3180642388}" type="presOf" srcId="{9D3BB28C-9A80-4905-9F14-6AA60C5BAC17}" destId="{F6DEAF73-FA99-44A7-B592-4F4471B44DE0}" srcOrd="0" destOrd="0" presId="urn:microsoft.com/office/officeart/2005/8/layout/list1"/>
    <dgm:cxn modelId="{1F2D8FFD-77C0-458E-8E27-0BC07C4E05CB}" srcId="{E8B203CE-A466-41F0-8FA4-BDA517B506BD}" destId="{3B40B72F-8611-4DCE-8AD9-FD6EEC2BB889}" srcOrd="1" destOrd="0" parTransId="{0DD3625C-DA92-4556-810E-338FFCCA58B7}" sibTransId="{0C772856-134F-43B5-8475-191F0AC033CD}"/>
    <dgm:cxn modelId="{2A0E2B63-E2CC-4A72-AC91-BCC9A612921E}" type="presParOf" srcId="{49BFB53F-026F-4EE5-BCD3-F76296457CA7}" destId="{6B1519DC-C3D7-4E93-90C0-7ED207D35F0C}" srcOrd="0" destOrd="0" presId="urn:microsoft.com/office/officeart/2005/8/layout/list1"/>
    <dgm:cxn modelId="{9F541F2C-DE28-4888-89D6-9FC6796E7F5E}" type="presParOf" srcId="{6B1519DC-C3D7-4E93-90C0-7ED207D35F0C}" destId="{9CD72E99-02AC-4283-A93C-C50E9C8B38F0}" srcOrd="0" destOrd="0" presId="urn:microsoft.com/office/officeart/2005/8/layout/list1"/>
    <dgm:cxn modelId="{61297D9D-2D64-4ADF-9753-7CD47A1D6D9A}" type="presParOf" srcId="{6B1519DC-C3D7-4E93-90C0-7ED207D35F0C}" destId="{E450E10A-9122-4DC4-9A7D-A857F037D95F}" srcOrd="1" destOrd="0" presId="urn:microsoft.com/office/officeart/2005/8/layout/list1"/>
    <dgm:cxn modelId="{D6F019C3-0ECA-49F9-8B09-312D1B77782C}" type="presParOf" srcId="{49BFB53F-026F-4EE5-BCD3-F76296457CA7}" destId="{6D89D5D1-AEFD-4901-8C97-7D63720541B5}" srcOrd="1" destOrd="0" presId="urn:microsoft.com/office/officeart/2005/8/layout/list1"/>
    <dgm:cxn modelId="{22247961-6B0E-4850-A40E-6F3274207201}" type="presParOf" srcId="{49BFB53F-026F-4EE5-BCD3-F76296457CA7}" destId="{509D5AEB-B970-4866-B63E-FAB446373FBA}" srcOrd="2" destOrd="0" presId="urn:microsoft.com/office/officeart/2005/8/layout/list1"/>
    <dgm:cxn modelId="{722C1AA5-A308-45E8-B50B-9E0772A636D4}" type="presParOf" srcId="{49BFB53F-026F-4EE5-BCD3-F76296457CA7}" destId="{825DC2B0-B262-4810-88FB-5131210E9A7B}" srcOrd="3" destOrd="0" presId="urn:microsoft.com/office/officeart/2005/8/layout/list1"/>
    <dgm:cxn modelId="{434FFA9B-C61B-45CB-A282-848C4EE66D4B}" type="presParOf" srcId="{49BFB53F-026F-4EE5-BCD3-F76296457CA7}" destId="{CEFBCFC7-81DB-4B16-8DD0-405604B7CB7E}" srcOrd="4" destOrd="0" presId="urn:microsoft.com/office/officeart/2005/8/layout/list1"/>
    <dgm:cxn modelId="{DFE8ABC1-0406-433D-9DCA-C22E4394F5C7}" type="presParOf" srcId="{CEFBCFC7-81DB-4B16-8DD0-405604B7CB7E}" destId="{E08B2706-7894-438E-8BEA-C850D3E9DC73}" srcOrd="0" destOrd="0" presId="urn:microsoft.com/office/officeart/2005/8/layout/list1"/>
    <dgm:cxn modelId="{3B86597E-0136-4105-B710-126E4296E18B}" type="presParOf" srcId="{CEFBCFC7-81DB-4B16-8DD0-405604B7CB7E}" destId="{2FF2956F-2C0E-4A03-912F-0562769999BA}" srcOrd="1" destOrd="0" presId="urn:microsoft.com/office/officeart/2005/8/layout/list1"/>
    <dgm:cxn modelId="{3C9EB90A-8E7E-4D53-A0A7-BD6D4EDCC991}" type="presParOf" srcId="{49BFB53F-026F-4EE5-BCD3-F76296457CA7}" destId="{9CF6DC51-4067-4575-88D2-07025D456F44}" srcOrd="5" destOrd="0" presId="urn:microsoft.com/office/officeart/2005/8/layout/list1"/>
    <dgm:cxn modelId="{F6830ABC-3771-46E1-A0BD-803214029F2E}" type="presParOf" srcId="{49BFB53F-026F-4EE5-BCD3-F76296457CA7}" destId="{F991A22B-F474-4109-B1C1-45A09D848985}" srcOrd="6" destOrd="0" presId="urn:microsoft.com/office/officeart/2005/8/layout/list1"/>
    <dgm:cxn modelId="{38A830CA-94D3-492B-9D56-A92ED4C667CE}" type="presParOf" srcId="{49BFB53F-026F-4EE5-BCD3-F76296457CA7}" destId="{F66BF990-EF13-469E-92C8-C6BD3E4F1DE9}" srcOrd="7" destOrd="0" presId="urn:microsoft.com/office/officeart/2005/8/layout/list1"/>
    <dgm:cxn modelId="{39C710BA-E6CA-48C8-A7E8-9116EA1530C0}" type="presParOf" srcId="{49BFB53F-026F-4EE5-BCD3-F76296457CA7}" destId="{A8B21800-6549-4603-A772-B5F9DDF14E59}" srcOrd="8" destOrd="0" presId="urn:microsoft.com/office/officeart/2005/8/layout/list1"/>
    <dgm:cxn modelId="{E9CD19A0-3D4F-4D91-80BF-E7BFDD261E83}" type="presParOf" srcId="{A8B21800-6549-4603-A772-B5F9DDF14E59}" destId="{02BA704E-7728-4FE3-9990-5021565BCDD6}" srcOrd="0" destOrd="0" presId="urn:microsoft.com/office/officeart/2005/8/layout/list1"/>
    <dgm:cxn modelId="{7C84A2FF-389E-44AE-B3B5-514AD9C80D35}" type="presParOf" srcId="{A8B21800-6549-4603-A772-B5F9DDF14E59}" destId="{4C2116F5-BEE5-4CBC-B7F4-8D7D5B1EC165}" srcOrd="1" destOrd="0" presId="urn:microsoft.com/office/officeart/2005/8/layout/list1"/>
    <dgm:cxn modelId="{FAB66CAE-450D-4750-A66D-141F79969263}" type="presParOf" srcId="{49BFB53F-026F-4EE5-BCD3-F76296457CA7}" destId="{8CC8BE62-98A7-4686-88E5-36FFCA64DB50}" srcOrd="9" destOrd="0" presId="urn:microsoft.com/office/officeart/2005/8/layout/list1"/>
    <dgm:cxn modelId="{FCF38115-CDB9-4013-9B5C-D7028EA773EC}" type="presParOf" srcId="{49BFB53F-026F-4EE5-BCD3-F76296457CA7}" destId="{44169C18-6C20-4DE8-AFC4-9EEEC7A3798F}" srcOrd="10" destOrd="0" presId="urn:microsoft.com/office/officeart/2005/8/layout/list1"/>
    <dgm:cxn modelId="{C3B7AA38-776E-4345-8852-B44B3EE4A615}" type="presParOf" srcId="{49BFB53F-026F-4EE5-BCD3-F76296457CA7}" destId="{222EB90E-6AD9-46E6-815E-E014D618102B}" srcOrd="11" destOrd="0" presId="urn:microsoft.com/office/officeart/2005/8/layout/list1"/>
    <dgm:cxn modelId="{43EE1584-0BAB-489B-9D28-69D58AF92664}" type="presParOf" srcId="{49BFB53F-026F-4EE5-BCD3-F76296457CA7}" destId="{22574A32-2E3D-46C1-9983-0E963AD35C71}" srcOrd="12" destOrd="0" presId="urn:microsoft.com/office/officeart/2005/8/layout/list1"/>
    <dgm:cxn modelId="{FFC048A9-DA9E-4502-87FD-30767A75E942}" type="presParOf" srcId="{22574A32-2E3D-46C1-9983-0E963AD35C71}" destId="{F6DEAF73-FA99-44A7-B592-4F4471B44DE0}" srcOrd="0" destOrd="0" presId="urn:microsoft.com/office/officeart/2005/8/layout/list1"/>
    <dgm:cxn modelId="{616B6E16-5549-4959-807E-A3EDD9BA3D4E}" type="presParOf" srcId="{22574A32-2E3D-46C1-9983-0E963AD35C71}" destId="{D774A79C-13A9-4FF7-A5A1-E1B137425DCE}" srcOrd="1" destOrd="0" presId="urn:microsoft.com/office/officeart/2005/8/layout/list1"/>
    <dgm:cxn modelId="{D75E2794-217E-4811-A173-6BDFF7BA9D8D}" type="presParOf" srcId="{49BFB53F-026F-4EE5-BCD3-F76296457CA7}" destId="{C03AA651-35F8-4ABA-97C0-92C3232CE61F}" srcOrd="13" destOrd="0" presId="urn:microsoft.com/office/officeart/2005/8/layout/list1"/>
    <dgm:cxn modelId="{993CE0BB-6CB1-47AD-9BEC-E8E82B074E19}" type="presParOf" srcId="{49BFB53F-026F-4EE5-BCD3-F76296457CA7}" destId="{B78312E6-EDF6-4403-9FAF-A43013CA636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EAF829-9B5F-461D-BACD-1B25C60E7E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87C835-4F7E-4D99-92C4-B9A5DADDEC60}">
      <dgm:prSet/>
      <dgm:spPr/>
      <dgm:t>
        <a:bodyPr/>
        <a:lstStyle/>
        <a:p>
          <a:r>
            <a:rPr lang="en-US"/>
            <a:t>Analyzing &amp; designing a complex game architecture </a:t>
          </a:r>
        </a:p>
      </dgm:t>
    </dgm:pt>
    <dgm:pt modelId="{51638125-06DA-4434-AFC1-0ECC1E9E56E9}" type="parTrans" cxnId="{A886610B-31BB-40B6-BEBE-54B2D886ABA9}">
      <dgm:prSet/>
      <dgm:spPr/>
      <dgm:t>
        <a:bodyPr/>
        <a:lstStyle/>
        <a:p>
          <a:endParaRPr lang="en-US"/>
        </a:p>
      </dgm:t>
    </dgm:pt>
    <dgm:pt modelId="{4877823A-3913-45AC-946A-29C4FDB98D09}" type="sibTrans" cxnId="{A886610B-31BB-40B6-BEBE-54B2D886ABA9}">
      <dgm:prSet/>
      <dgm:spPr/>
      <dgm:t>
        <a:bodyPr/>
        <a:lstStyle/>
        <a:p>
          <a:endParaRPr lang="en-US"/>
        </a:p>
      </dgm:t>
    </dgm:pt>
    <dgm:pt modelId="{DCF2483C-BEFC-4754-875F-F02B3B66377F}">
      <dgm:prSet/>
      <dgm:spPr/>
      <dgm:t>
        <a:bodyPr/>
        <a:lstStyle/>
        <a:p>
          <a:r>
            <a:rPr lang="en-US"/>
            <a:t>Implementing &amp; evaluating a full working solution</a:t>
          </a:r>
        </a:p>
      </dgm:t>
    </dgm:pt>
    <dgm:pt modelId="{7CD1D475-037F-481C-8317-927C3169EDF2}" type="parTrans" cxnId="{B446B390-0EA4-4F28-A8B2-1A918DAA2A1F}">
      <dgm:prSet/>
      <dgm:spPr/>
      <dgm:t>
        <a:bodyPr/>
        <a:lstStyle/>
        <a:p>
          <a:endParaRPr lang="en-US"/>
        </a:p>
      </dgm:t>
    </dgm:pt>
    <dgm:pt modelId="{601DD4CB-7516-4443-A477-A93450770589}" type="sibTrans" cxnId="{B446B390-0EA4-4F28-A8B2-1A918DAA2A1F}">
      <dgm:prSet/>
      <dgm:spPr/>
      <dgm:t>
        <a:bodyPr/>
        <a:lstStyle/>
        <a:p>
          <a:endParaRPr lang="en-US"/>
        </a:p>
      </dgm:t>
    </dgm:pt>
    <dgm:pt modelId="{4F53CF17-D9D0-455C-8302-AA8DFC97C223}">
      <dgm:prSet/>
      <dgm:spPr/>
      <dgm:t>
        <a:bodyPr/>
        <a:lstStyle/>
        <a:p>
          <a:r>
            <a:rPr lang="en-US"/>
            <a:t>Communicating professionally through presentations &amp; documentation</a:t>
          </a:r>
        </a:p>
      </dgm:t>
    </dgm:pt>
    <dgm:pt modelId="{DF6077F5-C91F-4452-9B2B-27B8CBD2DC26}" type="parTrans" cxnId="{FD54BA9A-55F9-41D0-877C-FCFD76133459}">
      <dgm:prSet/>
      <dgm:spPr/>
      <dgm:t>
        <a:bodyPr/>
        <a:lstStyle/>
        <a:p>
          <a:endParaRPr lang="en-US"/>
        </a:p>
      </dgm:t>
    </dgm:pt>
    <dgm:pt modelId="{6DBC30C4-3E6F-401B-A7B4-7F31034820DA}" type="sibTrans" cxnId="{FD54BA9A-55F9-41D0-877C-FCFD76133459}">
      <dgm:prSet/>
      <dgm:spPr/>
      <dgm:t>
        <a:bodyPr/>
        <a:lstStyle/>
        <a:p>
          <a:endParaRPr lang="en-US"/>
        </a:p>
      </dgm:t>
    </dgm:pt>
    <dgm:pt modelId="{72EC4F59-FD73-4AC5-A4E6-75EE42C32AB6}">
      <dgm:prSet/>
      <dgm:spPr/>
      <dgm:t>
        <a:bodyPr/>
        <a:lstStyle/>
        <a:p>
          <a:r>
            <a:rPr lang="en-US"/>
            <a:t>Collaborating effectively as a development team </a:t>
          </a:r>
        </a:p>
      </dgm:t>
    </dgm:pt>
    <dgm:pt modelId="{FB5722BD-2345-4645-AADD-063B0B0CE1B7}" type="parTrans" cxnId="{94848B0F-69F7-4EED-8994-183B70121A1C}">
      <dgm:prSet/>
      <dgm:spPr/>
      <dgm:t>
        <a:bodyPr/>
        <a:lstStyle/>
        <a:p>
          <a:endParaRPr lang="en-US"/>
        </a:p>
      </dgm:t>
    </dgm:pt>
    <dgm:pt modelId="{53457007-7E55-43AB-8667-2458442EA742}" type="sibTrans" cxnId="{94848B0F-69F7-4EED-8994-183B70121A1C}">
      <dgm:prSet/>
      <dgm:spPr/>
      <dgm:t>
        <a:bodyPr/>
        <a:lstStyle/>
        <a:p>
          <a:endParaRPr lang="en-US"/>
        </a:p>
      </dgm:t>
    </dgm:pt>
    <dgm:pt modelId="{E1ED5C6D-1451-49EC-8252-331789550C05}" type="pres">
      <dgm:prSet presAssocID="{60EAF829-9B5F-461D-BACD-1B25C60E7EF4}" presName="root" presStyleCnt="0">
        <dgm:presLayoutVars>
          <dgm:dir/>
          <dgm:resizeHandles val="exact"/>
        </dgm:presLayoutVars>
      </dgm:prSet>
      <dgm:spPr/>
    </dgm:pt>
    <dgm:pt modelId="{5E788B7A-992D-4679-B7EF-C6380539D411}" type="pres">
      <dgm:prSet presAssocID="{F287C835-4F7E-4D99-92C4-B9A5DADDEC60}" presName="compNode" presStyleCnt="0"/>
      <dgm:spPr/>
    </dgm:pt>
    <dgm:pt modelId="{7E0FBCCF-8963-4DF6-8D0A-43EC4F3D59BF}" type="pres">
      <dgm:prSet presAssocID="{F287C835-4F7E-4D99-92C4-B9A5DADDEC60}" presName="bgRect" presStyleLbl="bgShp" presStyleIdx="0" presStyleCnt="4"/>
      <dgm:spPr/>
    </dgm:pt>
    <dgm:pt modelId="{9E186277-4451-4349-AD59-364D28A03CCE}" type="pres">
      <dgm:prSet presAssocID="{F287C835-4F7E-4D99-92C4-B9A5DADDEC6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4DDD9789-A6CF-4DDB-9E58-CE3D220A908E}" type="pres">
      <dgm:prSet presAssocID="{F287C835-4F7E-4D99-92C4-B9A5DADDEC60}" presName="spaceRect" presStyleCnt="0"/>
      <dgm:spPr/>
    </dgm:pt>
    <dgm:pt modelId="{3E1B6676-7537-4766-B341-E40F5F3D9BF5}" type="pres">
      <dgm:prSet presAssocID="{F287C835-4F7E-4D99-92C4-B9A5DADDEC60}" presName="parTx" presStyleLbl="revTx" presStyleIdx="0" presStyleCnt="4">
        <dgm:presLayoutVars>
          <dgm:chMax val="0"/>
          <dgm:chPref val="0"/>
        </dgm:presLayoutVars>
      </dgm:prSet>
      <dgm:spPr/>
    </dgm:pt>
    <dgm:pt modelId="{EC01F059-0D94-4934-8B81-A4D17E002ACD}" type="pres">
      <dgm:prSet presAssocID="{4877823A-3913-45AC-946A-29C4FDB98D09}" presName="sibTrans" presStyleCnt="0"/>
      <dgm:spPr/>
    </dgm:pt>
    <dgm:pt modelId="{32DBB279-85D3-490C-9B10-0C1019F92CB4}" type="pres">
      <dgm:prSet presAssocID="{DCF2483C-BEFC-4754-875F-F02B3B66377F}" presName="compNode" presStyleCnt="0"/>
      <dgm:spPr/>
    </dgm:pt>
    <dgm:pt modelId="{CD345CA1-09BB-49CA-8909-ECDD507B93A5}" type="pres">
      <dgm:prSet presAssocID="{DCF2483C-BEFC-4754-875F-F02B3B66377F}" presName="bgRect" presStyleLbl="bgShp" presStyleIdx="1" presStyleCnt="4"/>
      <dgm:spPr/>
    </dgm:pt>
    <dgm:pt modelId="{450C8765-EDE9-48FF-8CF9-0994C534989E}" type="pres">
      <dgm:prSet presAssocID="{DCF2483C-BEFC-4754-875F-F02B3B6637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16569F6-3EFE-42C1-A6DC-C1A61AFCF0AB}" type="pres">
      <dgm:prSet presAssocID="{DCF2483C-BEFC-4754-875F-F02B3B66377F}" presName="spaceRect" presStyleCnt="0"/>
      <dgm:spPr/>
    </dgm:pt>
    <dgm:pt modelId="{A98A77EA-0BC1-46CF-8B1B-A639F666680A}" type="pres">
      <dgm:prSet presAssocID="{DCF2483C-BEFC-4754-875F-F02B3B66377F}" presName="parTx" presStyleLbl="revTx" presStyleIdx="1" presStyleCnt="4">
        <dgm:presLayoutVars>
          <dgm:chMax val="0"/>
          <dgm:chPref val="0"/>
        </dgm:presLayoutVars>
      </dgm:prSet>
      <dgm:spPr/>
    </dgm:pt>
    <dgm:pt modelId="{BF961038-05F9-4E30-AADE-A999A1FBE929}" type="pres">
      <dgm:prSet presAssocID="{601DD4CB-7516-4443-A477-A93450770589}" presName="sibTrans" presStyleCnt="0"/>
      <dgm:spPr/>
    </dgm:pt>
    <dgm:pt modelId="{D3B32BB1-5DF7-4949-A6E7-7759CDCA5999}" type="pres">
      <dgm:prSet presAssocID="{4F53CF17-D9D0-455C-8302-AA8DFC97C223}" presName="compNode" presStyleCnt="0"/>
      <dgm:spPr/>
    </dgm:pt>
    <dgm:pt modelId="{45A4757B-AF35-451A-B8C6-1FBF6D6B3D9D}" type="pres">
      <dgm:prSet presAssocID="{4F53CF17-D9D0-455C-8302-AA8DFC97C223}" presName="bgRect" presStyleLbl="bgShp" presStyleIdx="2" presStyleCnt="4"/>
      <dgm:spPr/>
    </dgm:pt>
    <dgm:pt modelId="{13CB7AD8-4D51-4121-9176-1A409B3C2AAC}" type="pres">
      <dgm:prSet presAssocID="{4F53CF17-D9D0-455C-8302-AA8DFC97C2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6135199-55CE-4714-8621-73C9F99D5E35}" type="pres">
      <dgm:prSet presAssocID="{4F53CF17-D9D0-455C-8302-AA8DFC97C223}" presName="spaceRect" presStyleCnt="0"/>
      <dgm:spPr/>
    </dgm:pt>
    <dgm:pt modelId="{4F15D558-1D7F-4542-B131-68305ADEA96F}" type="pres">
      <dgm:prSet presAssocID="{4F53CF17-D9D0-455C-8302-AA8DFC97C223}" presName="parTx" presStyleLbl="revTx" presStyleIdx="2" presStyleCnt="4">
        <dgm:presLayoutVars>
          <dgm:chMax val="0"/>
          <dgm:chPref val="0"/>
        </dgm:presLayoutVars>
      </dgm:prSet>
      <dgm:spPr/>
    </dgm:pt>
    <dgm:pt modelId="{463D3858-4E1A-45FC-87EB-D1471CB35756}" type="pres">
      <dgm:prSet presAssocID="{6DBC30C4-3E6F-401B-A7B4-7F31034820DA}" presName="sibTrans" presStyleCnt="0"/>
      <dgm:spPr/>
    </dgm:pt>
    <dgm:pt modelId="{BDC0340C-4FB1-4ED4-BBA3-2E05E84ABA50}" type="pres">
      <dgm:prSet presAssocID="{72EC4F59-FD73-4AC5-A4E6-75EE42C32AB6}" presName="compNode" presStyleCnt="0"/>
      <dgm:spPr/>
    </dgm:pt>
    <dgm:pt modelId="{B3ACBD2C-35AB-4931-B178-80EF1241369E}" type="pres">
      <dgm:prSet presAssocID="{72EC4F59-FD73-4AC5-A4E6-75EE42C32AB6}" presName="bgRect" presStyleLbl="bgShp" presStyleIdx="3" presStyleCnt="4"/>
      <dgm:spPr/>
    </dgm:pt>
    <dgm:pt modelId="{309D7EFA-3BA4-40C5-8F96-299A71C23751}" type="pres">
      <dgm:prSet presAssocID="{72EC4F59-FD73-4AC5-A4E6-75EE42C32AB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C424F9B-D019-4B4C-8C96-EC6A8E4004A9}" type="pres">
      <dgm:prSet presAssocID="{72EC4F59-FD73-4AC5-A4E6-75EE42C32AB6}" presName="spaceRect" presStyleCnt="0"/>
      <dgm:spPr/>
    </dgm:pt>
    <dgm:pt modelId="{3EF35CE9-21B3-4000-96C3-AD18D9A7369D}" type="pres">
      <dgm:prSet presAssocID="{72EC4F59-FD73-4AC5-A4E6-75EE42C32A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6E20C06-D527-4138-9F8D-EA778E7DD255}" type="presOf" srcId="{F287C835-4F7E-4D99-92C4-B9A5DADDEC60}" destId="{3E1B6676-7537-4766-B341-E40F5F3D9BF5}" srcOrd="0" destOrd="0" presId="urn:microsoft.com/office/officeart/2018/2/layout/IconVerticalSolidList"/>
    <dgm:cxn modelId="{9388F708-0B73-4D81-AF3A-1333B9167015}" type="presOf" srcId="{72EC4F59-FD73-4AC5-A4E6-75EE42C32AB6}" destId="{3EF35CE9-21B3-4000-96C3-AD18D9A7369D}" srcOrd="0" destOrd="0" presId="urn:microsoft.com/office/officeart/2018/2/layout/IconVerticalSolidList"/>
    <dgm:cxn modelId="{A886610B-31BB-40B6-BEBE-54B2D886ABA9}" srcId="{60EAF829-9B5F-461D-BACD-1B25C60E7EF4}" destId="{F287C835-4F7E-4D99-92C4-B9A5DADDEC60}" srcOrd="0" destOrd="0" parTransId="{51638125-06DA-4434-AFC1-0ECC1E9E56E9}" sibTransId="{4877823A-3913-45AC-946A-29C4FDB98D09}"/>
    <dgm:cxn modelId="{94848B0F-69F7-4EED-8994-183B70121A1C}" srcId="{60EAF829-9B5F-461D-BACD-1B25C60E7EF4}" destId="{72EC4F59-FD73-4AC5-A4E6-75EE42C32AB6}" srcOrd="3" destOrd="0" parTransId="{FB5722BD-2345-4645-AADD-063B0B0CE1B7}" sibTransId="{53457007-7E55-43AB-8667-2458442EA742}"/>
    <dgm:cxn modelId="{3EA88B8E-98A3-44C3-BC3D-4F89569ED083}" type="presOf" srcId="{4F53CF17-D9D0-455C-8302-AA8DFC97C223}" destId="{4F15D558-1D7F-4542-B131-68305ADEA96F}" srcOrd="0" destOrd="0" presId="urn:microsoft.com/office/officeart/2018/2/layout/IconVerticalSolidList"/>
    <dgm:cxn modelId="{B446B390-0EA4-4F28-A8B2-1A918DAA2A1F}" srcId="{60EAF829-9B5F-461D-BACD-1B25C60E7EF4}" destId="{DCF2483C-BEFC-4754-875F-F02B3B66377F}" srcOrd="1" destOrd="0" parTransId="{7CD1D475-037F-481C-8317-927C3169EDF2}" sibTransId="{601DD4CB-7516-4443-A477-A93450770589}"/>
    <dgm:cxn modelId="{49EB3995-5067-4852-9DC9-482EDA446F98}" type="presOf" srcId="{60EAF829-9B5F-461D-BACD-1B25C60E7EF4}" destId="{E1ED5C6D-1451-49EC-8252-331789550C05}" srcOrd="0" destOrd="0" presId="urn:microsoft.com/office/officeart/2018/2/layout/IconVerticalSolidList"/>
    <dgm:cxn modelId="{C3617C9A-7CE5-4E5D-8A3E-792BDDCCEE41}" type="presOf" srcId="{DCF2483C-BEFC-4754-875F-F02B3B66377F}" destId="{A98A77EA-0BC1-46CF-8B1B-A639F666680A}" srcOrd="0" destOrd="0" presId="urn:microsoft.com/office/officeart/2018/2/layout/IconVerticalSolidList"/>
    <dgm:cxn modelId="{FD54BA9A-55F9-41D0-877C-FCFD76133459}" srcId="{60EAF829-9B5F-461D-BACD-1B25C60E7EF4}" destId="{4F53CF17-D9D0-455C-8302-AA8DFC97C223}" srcOrd="2" destOrd="0" parTransId="{DF6077F5-C91F-4452-9B2B-27B8CBD2DC26}" sibTransId="{6DBC30C4-3E6F-401B-A7B4-7F31034820DA}"/>
    <dgm:cxn modelId="{3F752781-ED6F-4ECC-9BF6-6BE1AF63E803}" type="presParOf" srcId="{E1ED5C6D-1451-49EC-8252-331789550C05}" destId="{5E788B7A-992D-4679-B7EF-C6380539D411}" srcOrd="0" destOrd="0" presId="urn:microsoft.com/office/officeart/2018/2/layout/IconVerticalSolidList"/>
    <dgm:cxn modelId="{24FB9BB3-CD7D-4ACB-A93D-E94389840500}" type="presParOf" srcId="{5E788B7A-992D-4679-B7EF-C6380539D411}" destId="{7E0FBCCF-8963-4DF6-8D0A-43EC4F3D59BF}" srcOrd="0" destOrd="0" presId="urn:microsoft.com/office/officeart/2018/2/layout/IconVerticalSolidList"/>
    <dgm:cxn modelId="{94940FE0-1974-4B7D-8A2F-6A99D85B9ACC}" type="presParOf" srcId="{5E788B7A-992D-4679-B7EF-C6380539D411}" destId="{9E186277-4451-4349-AD59-364D28A03CCE}" srcOrd="1" destOrd="0" presId="urn:microsoft.com/office/officeart/2018/2/layout/IconVerticalSolidList"/>
    <dgm:cxn modelId="{8022FA31-D7EE-4BA4-A77B-27215BC0AD3C}" type="presParOf" srcId="{5E788B7A-992D-4679-B7EF-C6380539D411}" destId="{4DDD9789-A6CF-4DDB-9E58-CE3D220A908E}" srcOrd="2" destOrd="0" presId="urn:microsoft.com/office/officeart/2018/2/layout/IconVerticalSolidList"/>
    <dgm:cxn modelId="{D5C894B8-80B5-4FF7-B778-5572303970A7}" type="presParOf" srcId="{5E788B7A-992D-4679-B7EF-C6380539D411}" destId="{3E1B6676-7537-4766-B341-E40F5F3D9BF5}" srcOrd="3" destOrd="0" presId="urn:microsoft.com/office/officeart/2018/2/layout/IconVerticalSolidList"/>
    <dgm:cxn modelId="{B6BB2983-8493-4DC4-8D05-89C05459E44C}" type="presParOf" srcId="{E1ED5C6D-1451-49EC-8252-331789550C05}" destId="{EC01F059-0D94-4934-8B81-A4D17E002ACD}" srcOrd="1" destOrd="0" presId="urn:microsoft.com/office/officeart/2018/2/layout/IconVerticalSolidList"/>
    <dgm:cxn modelId="{97674DFF-6BF5-4EA2-9C4A-C2120D97F842}" type="presParOf" srcId="{E1ED5C6D-1451-49EC-8252-331789550C05}" destId="{32DBB279-85D3-490C-9B10-0C1019F92CB4}" srcOrd="2" destOrd="0" presId="urn:microsoft.com/office/officeart/2018/2/layout/IconVerticalSolidList"/>
    <dgm:cxn modelId="{9498C968-89F9-4B45-A31A-697C49F6D9FB}" type="presParOf" srcId="{32DBB279-85D3-490C-9B10-0C1019F92CB4}" destId="{CD345CA1-09BB-49CA-8909-ECDD507B93A5}" srcOrd="0" destOrd="0" presId="urn:microsoft.com/office/officeart/2018/2/layout/IconVerticalSolidList"/>
    <dgm:cxn modelId="{7270CE26-040E-484A-B7C2-3BAD5875BEB4}" type="presParOf" srcId="{32DBB279-85D3-490C-9B10-0C1019F92CB4}" destId="{450C8765-EDE9-48FF-8CF9-0994C534989E}" srcOrd="1" destOrd="0" presId="urn:microsoft.com/office/officeart/2018/2/layout/IconVerticalSolidList"/>
    <dgm:cxn modelId="{583E2A3C-84EB-4CD4-9BE9-C05E6ADA59C5}" type="presParOf" srcId="{32DBB279-85D3-490C-9B10-0C1019F92CB4}" destId="{516569F6-3EFE-42C1-A6DC-C1A61AFCF0AB}" srcOrd="2" destOrd="0" presId="urn:microsoft.com/office/officeart/2018/2/layout/IconVerticalSolidList"/>
    <dgm:cxn modelId="{43D95E9B-83D5-47BF-9057-AC3E6F09B10D}" type="presParOf" srcId="{32DBB279-85D3-490C-9B10-0C1019F92CB4}" destId="{A98A77EA-0BC1-46CF-8B1B-A639F666680A}" srcOrd="3" destOrd="0" presId="urn:microsoft.com/office/officeart/2018/2/layout/IconVerticalSolidList"/>
    <dgm:cxn modelId="{F21BBB8F-641C-40EF-A4CC-1C7533B54BFC}" type="presParOf" srcId="{E1ED5C6D-1451-49EC-8252-331789550C05}" destId="{BF961038-05F9-4E30-AADE-A999A1FBE929}" srcOrd="3" destOrd="0" presId="urn:microsoft.com/office/officeart/2018/2/layout/IconVerticalSolidList"/>
    <dgm:cxn modelId="{498B40D2-3E81-49C8-ABE8-B08C5BBDB25C}" type="presParOf" srcId="{E1ED5C6D-1451-49EC-8252-331789550C05}" destId="{D3B32BB1-5DF7-4949-A6E7-7759CDCA5999}" srcOrd="4" destOrd="0" presId="urn:microsoft.com/office/officeart/2018/2/layout/IconVerticalSolidList"/>
    <dgm:cxn modelId="{456576BC-7FD8-4929-9486-8EA9840547F5}" type="presParOf" srcId="{D3B32BB1-5DF7-4949-A6E7-7759CDCA5999}" destId="{45A4757B-AF35-451A-B8C6-1FBF6D6B3D9D}" srcOrd="0" destOrd="0" presId="urn:microsoft.com/office/officeart/2018/2/layout/IconVerticalSolidList"/>
    <dgm:cxn modelId="{C93BD592-7B4A-484A-8B17-182C53506E94}" type="presParOf" srcId="{D3B32BB1-5DF7-4949-A6E7-7759CDCA5999}" destId="{13CB7AD8-4D51-4121-9176-1A409B3C2AAC}" srcOrd="1" destOrd="0" presId="urn:microsoft.com/office/officeart/2018/2/layout/IconVerticalSolidList"/>
    <dgm:cxn modelId="{C672B038-1844-4731-BEDA-C852E11BCFA4}" type="presParOf" srcId="{D3B32BB1-5DF7-4949-A6E7-7759CDCA5999}" destId="{76135199-55CE-4714-8621-73C9F99D5E35}" srcOrd="2" destOrd="0" presId="urn:microsoft.com/office/officeart/2018/2/layout/IconVerticalSolidList"/>
    <dgm:cxn modelId="{8E57945F-57C8-464E-B3DB-736BB09BEADD}" type="presParOf" srcId="{D3B32BB1-5DF7-4949-A6E7-7759CDCA5999}" destId="{4F15D558-1D7F-4542-B131-68305ADEA96F}" srcOrd="3" destOrd="0" presId="urn:microsoft.com/office/officeart/2018/2/layout/IconVerticalSolidList"/>
    <dgm:cxn modelId="{85778C19-5344-4122-9857-F581A46510C9}" type="presParOf" srcId="{E1ED5C6D-1451-49EC-8252-331789550C05}" destId="{463D3858-4E1A-45FC-87EB-D1471CB35756}" srcOrd="5" destOrd="0" presId="urn:microsoft.com/office/officeart/2018/2/layout/IconVerticalSolidList"/>
    <dgm:cxn modelId="{A4C7CAF7-71B7-443E-B21F-5B6FE10FE1A1}" type="presParOf" srcId="{E1ED5C6D-1451-49EC-8252-331789550C05}" destId="{BDC0340C-4FB1-4ED4-BBA3-2E05E84ABA50}" srcOrd="6" destOrd="0" presId="urn:microsoft.com/office/officeart/2018/2/layout/IconVerticalSolidList"/>
    <dgm:cxn modelId="{F0087384-8855-4289-A40F-1AAEF5EC403E}" type="presParOf" srcId="{BDC0340C-4FB1-4ED4-BBA3-2E05E84ABA50}" destId="{B3ACBD2C-35AB-4931-B178-80EF1241369E}" srcOrd="0" destOrd="0" presId="urn:microsoft.com/office/officeart/2018/2/layout/IconVerticalSolidList"/>
    <dgm:cxn modelId="{10B78538-8C74-4804-A940-98198C23A983}" type="presParOf" srcId="{BDC0340C-4FB1-4ED4-BBA3-2E05E84ABA50}" destId="{309D7EFA-3BA4-40C5-8F96-299A71C23751}" srcOrd="1" destOrd="0" presId="urn:microsoft.com/office/officeart/2018/2/layout/IconVerticalSolidList"/>
    <dgm:cxn modelId="{688A68DA-0FC3-4E23-80AB-EC4A52879123}" type="presParOf" srcId="{BDC0340C-4FB1-4ED4-BBA3-2E05E84ABA50}" destId="{9C424F9B-D019-4B4C-8C96-EC6A8E4004A9}" srcOrd="2" destOrd="0" presId="urn:microsoft.com/office/officeart/2018/2/layout/IconVerticalSolidList"/>
    <dgm:cxn modelId="{0B8A4F99-DC11-450F-AB82-615CEE02FC8D}" type="presParOf" srcId="{BDC0340C-4FB1-4ED4-BBA3-2E05E84ABA50}" destId="{3EF35CE9-21B3-4000-96C3-AD18D9A736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9E336-6619-4372-92AC-E5D974BC5466}">
      <dsp:nvSpPr>
        <dsp:cNvPr id="0" name=""/>
        <dsp:cNvSpPr/>
      </dsp:nvSpPr>
      <dsp:spPr>
        <a:xfrm>
          <a:off x="205509" y="619429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77A652-8DBB-4F9D-9C9A-7720DA27E3FF}">
      <dsp:nvSpPr>
        <dsp:cNvPr id="0" name=""/>
        <dsp:cNvSpPr/>
      </dsp:nvSpPr>
      <dsp:spPr>
        <a:xfrm>
          <a:off x="396960" y="810880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CE885-77D7-4AAC-B667-65EB2D4FD190}">
      <dsp:nvSpPr>
        <dsp:cNvPr id="0" name=""/>
        <dsp:cNvSpPr/>
      </dsp:nvSpPr>
      <dsp:spPr>
        <a:xfrm>
          <a:off x="1312541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Player controller finished early</a:t>
          </a:r>
        </a:p>
      </dsp:txBody>
      <dsp:txXfrm>
        <a:off x="1312541" y="619429"/>
        <a:ext cx="2148945" cy="911674"/>
      </dsp:txXfrm>
    </dsp:sp>
    <dsp:sp modelId="{B3D2F7B6-929C-4F33-A7A7-E5C163AC2234}">
      <dsp:nvSpPr>
        <dsp:cNvPr id="0" name=""/>
        <dsp:cNvSpPr/>
      </dsp:nvSpPr>
      <dsp:spPr>
        <a:xfrm>
          <a:off x="3835925" y="619429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1824B-F32B-49D7-BF87-906CBF7A3411}">
      <dsp:nvSpPr>
        <dsp:cNvPr id="0" name=""/>
        <dsp:cNvSpPr/>
      </dsp:nvSpPr>
      <dsp:spPr>
        <a:xfrm>
          <a:off x="4027376" y="810880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3CA23-D812-4B5C-8F57-481187E0C82E}">
      <dsp:nvSpPr>
        <dsp:cNvPr id="0" name=""/>
        <dsp:cNvSpPr/>
      </dsp:nvSpPr>
      <dsp:spPr>
        <a:xfrm>
          <a:off x="4942957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Team learned Unity very quickly</a:t>
          </a:r>
        </a:p>
      </dsp:txBody>
      <dsp:txXfrm>
        <a:off x="4942957" y="619429"/>
        <a:ext cx="2148945" cy="911674"/>
      </dsp:txXfrm>
    </dsp:sp>
    <dsp:sp modelId="{55D70E92-8A8D-4914-9AA0-2F50994AD680}">
      <dsp:nvSpPr>
        <dsp:cNvPr id="0" name=""/>
        <dsp:cNvSpPr/>
      </dsp:nvSpPr>
      <dsp:spPr>
        <a:xfrm>
          <a:off x="7466341" y="619429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3AB49-B917-4F26-AE9B-8C226426C6AD}">
      <dsp:nvSpPr>
        <dsp:cNvPr id="0" name=""/>
        <dsp:cNvSpPr/>
      </dsp:nvSpPr>
      <dsp:spPr>
        <a:xfrm>
          <a:off x="7657792" y="810880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0E03A-3884-496A-B447-AA3C47259F13}">
      <dsp:nvSpPr>
        <dsp:cNvPr id="0" name=""/>
        <dsp:cNvSpPr/>
      </dsp:nvSpPr>
      <dsp:spPr>
        <a:xfrm>
          <a:off x="8573374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Good division of responsibilities</a:t>
          </a:r>
        </a:p>
      </dsp:txBody>
      <dsp:txXfrm>
        <a:off x="8573374" y="619429"/>
        <a:ext cx="2148945" cy="911674"/>
      </dsp:txXfrm>
    </dsp:sp>
    <dsp:sp modelId="{F08712AD-54C0-482B-A7C0-405C58F45796}">
      <dsp:nvSpPr>
        <dsp:cNvPr id="0" name=""/>
        <dsp:cNvSpPr/>
      </dsp:nvSpPr>
      <dsp:spPr>
        <a:xfrm>
          <a:off x="205509" y="2158301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02786-9B81-4F2F-AB8C-7281DC5A5AF9}">
      <dsp:nvSpPr>
        <dsp:cNvPr id="0" name=""/>
        <dsp:cNvSpPr/>
      </dsp:nvSpPr>
      <dsp:spPr>
        <a:xfrm>
          <a:off x="396960" y="2349753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9C93F-A8CE-42B5-B171-04D0056241C8}">
      <dsp:nvSpPr>
        <dsp:cNvPr id="0" name=""/>
        <dsp:cNvSpPr/>
      </dsp:nvSpPr>
      <dsp:spPr>
        <a:xfrm>
          <a:off x="1312541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Architecture made sense and reduced confusion</a:t>
          </a:r>
        </a:p>
      </dsp:txBody>
      <dsp:txXfrm>
        <a:off x="1312541" y="2158301"/>
        <a:ext cx="2148945" cy="911674"/>
      </dsp:txXfrm>
    </dsp:sp>
    <dsp:sp modelId="{4B9CAFBD-4359-4000-B2ED-C305DA8E6121}">
      <dsp:nvSpPr>
        <dsp:cNvPr id="0" name=""/>
        <dsp:cNvSpPr/>
      </dsp:nvSpPr>
      <dsp:spPr>
        <a:xfrm>
          <a:off x="3835925" y="2158301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DAE52-A4B7-4747-8A23-D2ACA9FE8629}">
      <dsp:nvSpPr>
        <dsp:cNvPr id="0" name=""/>
        <dsp:cNvSpPr/>
      </dsp:nvSpPr>
      <dsp:spPr>
        <a:xfrm>
          <a:off x="4027376" y="2349753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B2E16-996C-4AB4-B3BD-60CAFAF727EA}">
      <dsp:nvSpPr>
        <dsp:cNvPr id="0" name=""/>
        <dsp:cNvSpPr/>
      </dsp:nvSpPr>
      <dsp:spPr>
        <a:xfrm>
          <a:off x="4942957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following the  Coding Standards</a:t>
          </a:r>
        </a:p>
      </dsp:txBody>
      <dsp:txXfrm>
        <a:off x="4942957" y="2158301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50AC3-2413-487E-B554-757C97444B5A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922FD07B-7713-4CFD-99DA-E07CED7D5407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Merge conflicts broke inspector references</a:t>
          </a:r>
        </a:p>
      </dsp:txBody>
      <dsp:txXfrm>
        <a:off x="8061" y="5979"/>
        <a:ext cx="3034531" cy="1820718"/>
      </dsp:txXfrm>
    </dsp:sp>
    <dsp:sp modelId="{E815957C-0EB4-4684-BD18-624D45FEFF7A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F2C860C0-4F1D-4415-83B9-B55E6E2CAF21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Some major features were not completed (levels, boss system)</a:t>
          </a:r>
        </a:p>
      </dsp:txBody>
      <dsp:txXfrm>
        <a:off x="3740534" y="5979"/>
        <a:ext cx="3034531" cy="1820718"/>
      </dsp:txXfrm>
    </dsp:sp>
    <dsp:sp modelId="{C0E86329-E135-4511-B484-DE815469BE00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07AB2079-5833-4061-8FE9-337249D30918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Time management issues</a:t>
          </a:r>
        </a:p>
      </dsp:txBody>
      <dsp:txXfrm>
        <a:off x="7473007" y="5979"/>
        <a:ext cx="3034531" cy="1820718"/>
      </dsp:txXfrm>
    </dsp:sp>
    <dsp:sp modelId="{A1DC9CDC-4750-4AC4-B138-49996CAD270E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40BE28F7-84A1-41C6-A263-12017B299E2D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Limited communication or planning</a:t>
          </a:r>
        </a:p>
      </dsp:txBody>
      <dsp:txXfrm>
        <a:off x="8061" y="2524640"/>
        <a:ext cx="3034531" cy="1820718"/>
      </dsp:txXfrm>
    </dsp:sp>
    <dsp:sp modelId="{83EFFE14-5ECF-41EC-A5AB-9B2D608997EC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20200959-C3A8-4D44-AF19-714C5561685A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Integration started too late</a:t>
          </a:r>
        </a:p>
      </dsp:txBody>
      <dsp:txXfrm>
        <a:off x="3740534" y="2524640"/>
        <a:ext cx="3034531" cy="1820718"/>
      </dsp:txXfrm>
    </dsp:sp>
    <dsp:sp modelId="{7A7EE7F7-8060-480C-BC78-7FDD73749AFB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Some features could not be tested because dependencies were missing</a:t>
          </a:r>
        </a:p>
      </dsp:txBody>
      <dsp:txXfrm>
        <a:off x="7473007" y="2524640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2138B-AF26-4AE2-A37C-A98BA7F8AA27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3E2E8-F412-41A4-A796-267DB27E5E48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E73C6-7382-4A52-84F5-EFB325900294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Weekly team meetings / check-ins</a:t>
          </a:r>
        </a:p>
      </dsp:txBody>
      <dsp:txXfrm>
        <a:off x="333914" y="2456402"/>
        <a:ext cx="1800000" cy="720000"/>
      </dsp:txXfrm>
    </dsp:sp>
    <dsp:sp modelId="{7612EEA5-6A28-484F-9459-5EF9EADCFA2B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63639-FD82-4507-AF12-8EA1F4FFADEA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2EBCF-B99F-4079-9BC2-6008A5F7F66C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Do early testing with mock objects</a:t>
          </a:r>
        </a:p>
      </dsp:txBody>
      <dsp:txXfrm>
        <a:off x="2448914" y="2456402"/>
        <a:ext cx="1800000" cy="720000"/>
      </dsp:txXfrm>
    </dsp:sp>
    <dsp:sp modelId="{2B84F643-2382-4195-BE5C-B306A96BF85E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833EB-C8D6-4136-8E7C-486823B8B1BE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56209A-A7F0-4052-910D-F1DC334124E6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Set merge rules to protect the project</a:t>
          </a:r>
        </a:p>
      </dsp:txBody>
      <dsp:txXfrm>
        <a:off x="4563914" y="2456402"/>
        <a:ext cx="1800000" cy="720000"/>
      </dsp:txXfrm>
    </dsp:sp>
    <dsp:sp modelId="{783532CE-929A-43DC-B96D-D1256AEE4C41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9AE5E-7328-499D-AC04-36C9B29688BE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7A372-0F60-4C68-AC90-15CCDEA638EE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Integrate systems earlier instead of last minute</a:t>
          </a:r>
        </a:p>
      </dsp:txBody>
      <dsp:txXfrm>
        <a:off x="6678914" y="2456402"/>
        <a:ext cx="1800000" cy="720000"/>
      </dsp:txXfrm>
    </dsp:sp>
    <dsp:sp modelId="{9F0D764D-64EB-4526-BD9C-D5805E8AE285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810A4-5CB7-4A1A-B35E-F7BCC6AFF052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4E42D-7C25-4A85-941A-629EBD9E6B2F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Better Breakdown Approach</a:t>
          </a:r>
        </a:p>
      </dsp:txBody>
      <dsp:txXfrm>
        <a:off x="8793914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D5AEB-B970-4866-B63E-FAB446373FBA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0E10A-9122-4DC4-9A7D-A857F037D95F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rgbClr val="FFFFFF"/>
              </a:solidFill>
              <a:latin typeface="Aptos"/>
              <a:ea typeface="+mn-ea"/>
              <a:cs typeface="+mn-cs"/>
            </a:rPr>
            <a:t>Level Designing</a:t>
          </a:r>
        </a:p>
      </dsp:txBody>
      <dsp:txXfrm>
        <a:off x="560365" y="97774"/>
        <a:ext cx="7291750" cy="639310"/>
      </dsp:txXfrm>
    </dsp:sp>
    <dsp:sp modelId="{F991A22B-F474-4109-B1C1-45A09D848985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2956F-2C0E-4A03-912F-0562769999BA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Enemy controls</a:t>
          </a:r>
        </a:p>
      </dsp:txBody>
      <dsp:txXfrm>
        <a:off x="560365" y="1186414"/>
        <a:ext cx="7291750" cy="639310"/>
      </dsp:txXfrm>
    </dsp:sp>
    <dsp:sp modelId="{44169C18-6C20-4DE8-AFC4-9EEEC7A3798F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116F5-BEE5-4CBC-B7F4-8D7D5B1EC165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Boundary logic</a:t>
          </a:r>
        </a:p>
      </dsp:txBody>
      <dsp:txXfrm>
        <a:off x="560365" y="2275054"/>
        <a:ext cx="7291750" cy="639310"/>
      </dsp:txXfrm>
    </dsp:sp>
    <dsp:sp modelId="{B78312E6-EDF6-4403-9FAF-A43013CA6367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4A79C-13A9-4FF7-A5A1-E1B137425DCE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Background/Visuals</a:t>
          </a:r>
        </a:p>
      </dsp:txBody>
      <dsp:txXfrm>
        <a:off x="560365" y="3363694"/>
        <a:ext cx="7291750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FBCCF-8963-4DF6-8D0A-43EC4F3D59BF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86277-4451-4349-AD59-364D28A03CCE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B6676-7537-4766-B341-E40F5F3D9BF5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Analyzing &amp; designing a complex game architecture </a:t>
          </a:r>
        </a:p>
      </dsp:txBody>
      <dsp:txXfrm>
        <a:off x="1339618" y="2288"/>
        <a:ext cx="5024605" cy="1159843"/>
      </dsp:txXfrm>
    </dsp:sp>
    <dsp:sp modelId="{CD345CA1-09BB-49CA-8909-ECDD507B93A5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C8765-EDE9-48FF-8CF9-0994C534989E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A77EA-0BC1-46CF-8B1B-A639F666680A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Implementing &amp; evaluating a full working solution</a:t>
          </a:r>
        </a:p>
      </dsp:txBody>
      <dsp:txXfrm>
        <a:off x="1339618" y="1452092"/>
        <a:ext cx="5024605" cy="1159843"/>
      </dsp:txXfrm>
    </dsp:sp>
    <dsp:sp modelId="{45A4757B-AF35-451A-B8C6-1FBF6D6B3D9D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CB7AD8-4D51-4121-9176-1A409B3C2AAC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5D558-1D7F-4542-B131-68305ADEA96F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Communicating professionally through presentations &amp; documentation</a:t>
          </a:r>
        </a:p>
      </dsp:txBody>
      <dsp:txXfrm>
        <a:off x="1339618" y="2901896"/>
        <a:ext cx="5024605" cy="1159843"/>
      </dsp:txXfrm>
    </dsp:sp>
    <dsp:sp modelId="{B3ACBD2C-35AB-4931-B178-80EF1241369E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D7EFA-3BA4-40C5-8F96-299A71C23751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35CE9-21B3-4000-96C3-AD18D9A7369D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Collaborating effectively as a development team </a:t>
          </a:r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D993-7B68-E508-8880-AD57F6CA1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A5892-8D1A-3ED0-18AA-3D75315C1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0511A-F08C-2674-90B6-68601A0D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AFED0-6FAF-8F12-1CAD-EE61C253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F31A-36C5-BFAA-E25B-7E0C24E7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6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8B5A-51F9-3BD6-787B-EAC6D9D0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438C-33DF-BC3F-ABCD-2BD58D26E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EC9D1-BD32-8A1E-D9CE-6B00399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4B480-4319-A94A-AB4C-A93FE006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B11D9-6F3F-0105-A04E-D6A3E04C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0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8368-3A19-4BEC-62B9-1ECF5AD00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84722-27C2-A275-45B2-48E52CE5B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C407C-B546-E574-3B86-D3CF80DA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C795-BD40-975A-7CC1-4C68E2D5A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D06D7-D43D-C59D-B7EB-E3DA4A5C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7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6067-9774-55C9-72BF-80F149E4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061B0-629C-D06A-6F2C-88895DBC4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70A0E-3E92-D749-EDB5-429387921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8DCAA-17C1-E971-1B67-6365D9CB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66C6-88C5-C615-7351-050AF975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05131-1C26-E5CC-D8BE-84F822BD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8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A183-33C2-A0F9-EF7E-3EB3011B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7F7D8-958A-EE9D-FD0D-D0E82B090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84D20-3595-2FF1-0966-84BC374B3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5B9E4-E982-2E0F-95DE-EF8FB8D55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85ABF8-A36A-2102-1EE6-BE4B85CAC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F1AAD-E720-AA08-4073-2682613B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2F148-F4CE-380E-C0DB-D1518334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8DF12B-8044-3137-296B-1056F537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2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B798-B138-6BCA-2F57-DAD3A4A8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53CA51-4E5B-7036-D6DD-3E6D1228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0F40A-4367-7E6E-169A-4BBA5480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20035-DD2B-E7DA-CB69-6695175C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3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C1D82-3389-BFEC-68B4-05F77583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72F93-3EEA-9B26-99D8-8D437BA1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BC22C-EDE6-0616-8FAC-3A499557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7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102D-3829-7F43-7F33-1C079381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F7A40-2B17-0C60-D183-120117962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654E7-A7D4-DFF8-5E89-06B90D0DF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F48EB-BC3C-FF69-1B79-1ACF983D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8579A-0D60-0684-B89D-A15F1EFC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DC78A-BDC6-E149-BA29-4DA08DC3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3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4304-4921-F891-5680-AD7F278E8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42B60-C39C-3CEC-DDDD-11BB886F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73B58-BDDD-870E-3DDB-756342366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415AD-94E4-157B-BEF8-617CCFA1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3CDD2-E93E-9F88-F05D-F60CFACF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890B7-AE6F-6221-2568-A69B9034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7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AE19-C905-2E95-CFC6-1E332DBE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3578A-E937-C567-7516-E7B95FECC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EA207-1D3F-4AE2-DB96-18367FAD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0772-9F72-C307-026C-7DCB067D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966D6-ACE2-F3AE-C4CD-F61E5653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2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4E0A7-8153-2F7B-18F4-534607A50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78A2C-D7D7-B368-2F61-C19FCD21D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4660A-3F1B-0D84-5F8E-B42A7DDF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1C9B2-8706-6ED1-4208-B4DC2C0A3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75307-222A-753E-352C-534A0B1E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7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44E21-F3B4-F6D8-CBA9-532E9D69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D7CB2-6396-9C9C-BFD9-94C4F3903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98BD8-2194-CED7-7C03-5A09BA4A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6F58F-EADB-4132-A28D-D5885D47B6F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640F-C83E-7A7E-B2CF-651B17F29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880FE-8E30-B437-95D9-84CAAB534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52984-6472-48B5-89A6-063E36758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8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2"/>
            <a:ext cx="2134216" cy="2258161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11176B3-B4CD-48BB-97B8-AC0A2EC61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2"/>
            <a:ext cx="2134216" cy="2258161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F35CE5-6CA7-4309-88BC-D7436FD3A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81312" y="743744"/>
            <a:ext cx="4860256" cy="4589316"/>
            <a:chOff x="1481312" y="743744"/>
            <a:chExt cx="4860256" cy="458931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C1D3151-5F97-4860-B56C-C98BD62CC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90317A6-3E5E-46BE-88E4-8BA01446A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6">
                <a:alpha val="2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9729" y="648365"/>
            <a:ext cx="4860256" cy="458931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33759-91F5-F3DE-CA0E-4E55BF360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269" y="799275"/>
            <a:ext cx="4579668" cy="3028072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Orange Ninja – Post Mortem Presenation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4CAC6-F062-7231-6F5C-04F311666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1269" y="4018503"/>
            <a:ext cx="4579668" cy="1067716"/>
          </a:xfrm>
        </p:spPr>
        <p:txBody>
          <a:bodyPr>
            <a:norm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4239" y="4021556"/>
            <a:ext cx="365125" cy="36512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539" y="5333060"/>
            <a:ext cx="1589388" cy="1524940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75E4183-101A-4AB6-A280-4474EEF0D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539" y="5333060"/>
            <a:ext cx="1589388" cy="1524940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logo of an orange&#10;&#10;AI-generated content may be incorrect.">
            <a:extLst>
              <a:ext uri="{FF2B5EF4-FFF2-40B4-BE49-F238E27FC236}">
                <a16:creationId xmlns:a16="http://schemas.microsoft.com/office/drawing/2014/main" id="{B4F2910C-3211-04AF-D9AA-4A761F1C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"/>
          <a:stretch>
            <a:fillRect/>
          </a:stretch>
        </p:blipFill>
        <p:spPr>
          <a:xfrm>
            <a:off x="7068418" y="1957246"/>
            <a:ext cx="4207948" cy="4207948"/>
          </a:xfrm>
          <a:prstGeom prst="rect">
            <a:avLst/>
          </a:prstGeom>
          <a:ln w="28575">
            <a:noFill/>
          </a:ln>
        </p:spPr>
      </p:pic>
      <p:grpSp>
        <p:nvGrpSpPr>
          <p:cNvPr id="5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58345" y="1663988"/>
            <a:ext cx="843745" cy="375828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70F0B206-D594-4583-8B45-09E279CA2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4239" y="4021556"/>
            <a:ext cx="365125" cy="3651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7EC9E44-F870-44FD-AEF6-7C84B86E1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4239" y="4021556"/>
            <a:ext cx="365125" cy="36512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0083E-162A-B5F0-7FF3-0F03E33BA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Overview</a:t>
            </a:r>
          </a:p>
          <a:p>
            <a:r>
              <a:rPr lang="en-US">
                <a:solidFill>
                  <a:srgbClr val="FFFFFF"/>
                </a:solidFill>
              </a:rPr>
              <a:t> And Roles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410AC5-4D60-EF75-E60C-EC50E8603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800"/>
              <a:t>Team Break down Based on System </a:t>
            </a:r>
            <a:r>
              <a:rPr lang="en-US" sz="1800" err="1"/>
              <a:t>Responsibilites</a:t>
            </a:r>
            <a:endParaRPr lang="en-US" sz="1800"/>
          </a:p>
          <a:p>
            <a:pPr marL="0" indent="0">
              <a:buNone/>
            </a:pPr>
            <a:r>
              <a:rPr lang="en-US" sz="1800" b="1"/>
              <a:t>Aiden</a:t>
            </a:r>
            <a:r>
              <a:rPr lang="en-US" sz="1800"/>
              <a:t> – Sprites/Interactions</a:t>
            </a:r>
          </a:p>
          <a:p>
            <a:pPr marL="0" indent="0">
              <a:buNone/>
            </a:pPr>
            <a:r>
              <a:rPr lang="en-US" sz="1800" b="1"/>
              <a:t>Ro</a:t>
            </a:r>
            <a:r>
              <a:rPr lang="en-US" sz="1800"/>
              <a:t> – Level Design</a:t>
            </a:r>
          </a:p>
          <a:p>
            <a:pPr marL="0" indent="0">
              <a:buNone/>
            </a:pPr>
            <a:r>
              <a:rPr lang="en-US" sz="1800" b="1"/>
              <a:t>Jaskaran </a:t>
            </a:r>
            <a:r>
              <a:rPr lang="en-US" sz="1800"/>
              <a:t>– Menu/UI</a:t>
            </a:r>
          </a:p>
          <a:p>
            <a:pPr marL="0" indent="0">
              <a:buNone/>
            </a:pPr>
            <a:r>
              <a:rPr lang="en-US" sz="1800" b="1"/>
              <a:t>Safal </a:t>
            </a:r>
            <a:r>
              <a:rPr lang="en-US" sz="1800"/>
              <a:t>– Player Controller/</a:t>
            </a:r>
          </a:p>
          <a:p>
            <a:pPr marL="0" indent="0">
              <a:buNone/>
            </a:pPr>
            <a:r>
              <a:rPr lang="en-US" sz="1800" b="1"/>
              <a:t>Syed</a:t>
            </a:r>
            <a:r>
              <a:rPr lang="en-US" sz="1800"/>
              <a:t> – Enemies/Background </a:t>
            </a:r>
          </a:p>
          <a:p>
            <a:pPr marL="0" indent="0">
              <a:buNone/>
            </a:pPr>
            <a:r>
              <a:rPr lang="en-US" sz="1800" b="1"/>
              <a:t>Gurneet</a:t>
            </a:r>
            <a:r>
              <a:rPr lang="en-US" sz="1800"/>
              <a:t> – Audio System</a:t>
            </a:r>
          </a:p>
          <a:p>
            <a:pPr marL="0" indent="0">
              <a:buNone/>
            </a:pP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ea typeface="+mn-lt"/>
              <a:cs typeface="+mn-lt"/>
            </a:endParaRPr>
          </a:p>
          <a:p>
            <a:pPr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0269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26394D80-0C92-9EB5-9DEA-24EB6FDCF1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579" r="-2" b="18419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1D90FC-59BD-1602-75B0-9F117579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GRASP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016A1-97B3-803B-5FAF-B1EFAA82A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700" b="1">
                <a:solidFill>
                  <a:srgbClr val="FFFFFF"/>
                </a:solidFill>
                <a:ea typeface="+mn-lt"/>
                <a:cs typeface="+mn-lt"/>
              </a:rPr>
              <a:t>1. Low Coupling </a:t>
            </a:r>
            <a:endParaRPr lang="en-US" sz="1700" b="1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  <a:ea typeface="+mn-lt"/>
                <a:cs typeface="+mn-lt"/>
              </a:rPr>
              <a:t>Systems interacted through simple triggers and references </a:t>
            </a:r>
            <a:endParaRPr lang="en-US" sz="1700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  <a:ea typeface="+mn-lt"/>
                <a:cs typeface="+mn-lt"/>
              </a:rPr>
              <a:t>Prevented unnecessary dependencies </a:t>
            </a: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700" b="1">
                <a:solidFill>
                  <a:srgbClr val="FFFFFF"/>
                </a:solidFill>
                <a:ea typeface="+mn-lt"/>
                <a:cs typeface="+mn-lt"/>
              </a:rPr>
              <a:t>2. High Cohesion </a:t>
            </a:r>
            <a:endParaRPr lang="en-US" sz="1700" b="1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  <a:ea typeface="+mn-lt"/>
                <a:cs typeface="+mn-lt"/>
              </a:rPr>
              <a:t>Each subsystem handled one job only (e.g., audio only handled audio) </a:t>
            </a: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700" b="1">
                <a:solidFill>
                  <a:srgbClr val="FFFFFF"/>
                </a:solidFill>
                <a:ea typeface="+mn-lt"/>
                <a:cs typeface="+mn-lt"/>
              </a:rPr>
              <a:t>3. Controller </a:t>
            </a:r>
            <a:endParaRPr lang="en-US" sz="1700" b="1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  <a:ea typeface="+mn-lt"/>
                <a:cs typeface="+mn-lt"/>
              </a:rPr>
              <a:t>Game logic acted as the controller, routing events to audio, UI, or rendering </a:t>
            </a: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700" b="1">
                <a:solidFill>
                  <a:srgbClr val="FFFFFF"/>
                </a:solidFill>
                <a:ea typeface="+mn-lt"/>
                <a:cs typeface="+mn-lt"/>
              </a:rPr>
              <a:t>4. Indirection </a:t>
            </a:r>
            <a:endParaRPr lang="en-US" sz="1700" b="1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  <a:ea typeface="+mn-lt"/>
                <a:cs typeface="+mn-lt"/>
              </a:rPr>
              <a:t>Settings → Asset Library → Save Data kept systems decoupled </a:t>
            </a:r>
            <a:endParaRPr lang="en-US" sz="1700">
              <a:solidFill>
                <a:srgbClr val="FFFFFF"/>
              </a:solidFill>
            </a:endParaRPr>
          </a:p>
          <a:p>
            <a:pPr>
              <a:buNone/>
            </a:pPr>
            <a:endParaRPr lang="en-US" sz="17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1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AED91-A3D3-F056-4854-3F2C1D4A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Went Well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FB59D8E-F8A1-253D-952D-B07F78A88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7027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5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BA65-8662-165A-692A-0C01CC56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Went Wrong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B27177-02F3-AF32-1C27-E66FFF488E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4496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D2991-B26F-8FA9-54B3-09D24462D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we would change Next Time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DC1B2D-AE83-9CFD-D7B7-F88B73EFC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93211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628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36F2-090B-BAA8-B0C7-589B0E96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Pair Programming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8C0683-E01C-7C07-3247-EF8DE7DB95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524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22559-2411-9F73-C18A-968AA1D34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latin typeface="Aptos"/>
              </a:rPr>
              <a:t>ABET Outcome Connection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0A43B9-A290-978B-A944-C5EDFE0F0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43505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66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01627-9F38-7D0E-49EE-8E1848E2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Course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13F12-7D62-B2C9-4D65-875E8A4EB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3423872" cy="328468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Tips for avoiding inspector conflicts and merge issues.</a:t>
            </a:r>
            <a:endParaRPr lang="en-US" sz="24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24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Provide clearer examples of documentation quality (UML diagrams, GRASP explanations, PERT, Gantt, use cases.)</a:t>
            </a:r>
            <a:endParaRPr lang="en-US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5" name="Picture 4" descr="A purple background with white text and a black square with a cat on it&#10;&#10;AI-generated content may be incorrect.">
            <a:extLst>
              <a:ext uri="{FF2B5EF4-FFF2-40B4-BE49-F238E27FC236}">
                <a16:creationId xmlns:a16="http://schemas.microsoft.com/office/drawing/2014/main" id="{4C1C3073-7835-F65E-82FF-DEBA12EB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613" y="925384"/>
            <a:ext cx="7936634" cy="4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4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Orange Ninja – Post Mortem Presenation</vt:lpstr>
      <vt:lpstr>Project Overview  And Roles </vt:lpstr>
      <vt:lpstr>GRASP Principles</vt:lpstr>
      <vt:lpstr>What Went Well</vt:lpstr>
      <vt:lpstr>What Went Wrong</vt:lpstr>
      <vt:lpstr>What we would change Next Time</vt:lpstr>
      <vt:lpstr>Pair Programming</vt:lpstr>
      <vt:lpstr>ABET Outcome Connection</vt:lpstr>
      <vt:lpstr>Course Enhancement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Kaur, Gurneet (gurn3584@vandals.uidaho.edu)</dc:creator>
  <cp:revision>2</cp:revision>
  <dcterms:created xsi:type="dcterms:W3CDTF">2025-12-07T22:00:59Z</dcterms:created>
  <dcterms:modified xsi:type="dcterms:W3CDTF">2025-12-09T09:02:57Z</dcterms:modified>
</cp:coreProperties>
</file>